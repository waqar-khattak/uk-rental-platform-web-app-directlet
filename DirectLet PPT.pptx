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75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251406-577C-4E27-8FBF-3391C16C043D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473EE04-76EF-4DAA-8933-DB40EED6B63E}">
      <dgm:prSet/>
      <dgm:spPr/>
      <dgm:t>
        <a:bodyPr/>
        <a:lstStyle/>
        <a:p>
          <a:r>
            <a:rPr lang="en-US" b="1" i="0"/>
            <a:t>Student: </a:t>
          </a:r>
          <a:r>
            <a:rPr lang="en-US" b="0" i="0"/>
            <a:t>Zeeshan Mahmood</a:t>
          </a:r>
          <a:endParaRPr lang="en-US"/>
        </a:p>
      </dgm:t>
    </dgm:pt>
    <dgm:pt modelId="{5FB0589D-55DC-4E0E-BA58-0926C0C0E87D}" type="parTrans" cxnId="{EA07B28F-5A1A-4F0C-90DF-E4EE700051D0}">
      <dgm:prSet/>
      <dgm:spPr/>
      <dgm:t>
        <a:bodyPr/>
        <a:lstStyle/>
        <a:p>
          <a:endParaRPr lang="en-US"/>
        </a:p>
      </dgm:t>
    </dgm:pt>
    <dgm:pt modelId="{5F756C3B-99ED-4F26-B08C-B2CEABF3CDFD}" type="sibTrans" cxnId="{EA07B28F-5A1A-4F0C-90DF-E4EE700051D0}">
      <dgm:prSet/>
      <dgm:spPr/>
      <dgm:t>
        <a:bodyPr/>
        <a:lstStyle/>
        <a:p>
          <a:endParaRPr lang="en-US"/>
        </a:p>
      </dgm:t>
    </dgm:pt>
    <dgm:pt modelId="{00AB9487-7618-4306-A65A-F5BF1B66E889}">
      <dgm:prSet/>
      <dgm:spPr/>
      <dgm:t>
        <a:bodyPr/>
        <a:lstStyle/>
        <a:p>
          <a:r>
            <a:rPr lang="en-US" b="1" i="0"/>
            <a:t>Student Number: </a:t>
          </a:r>
          <a:r>
            <a:rPr lang="en-US" b="0" i="0"/>
            <a:t>B01043396</a:t>
          </a:r>
          <a:endParaRPr lang="en-US"/>
        </a:p>
      </dgm:t>
    </dgm:pt>
    <dgm:pt modelId="{0B655CF8-2292-4925-95F2-CFD0B1A28ED0}" type="parTrans" cxnId="{9D507F05-CFBF-4153-8F35-61E61B80D6B4}">
      <dgm:prSet/>
      <dgm:spPr/>
      <dgm:t>
        <a:bodyPr/>
        <a:lstStyle/>
        <a:p>
          <a:endParaRPr lang="en-US"/>
        </a:p>
      </dgm:t>
    </dgm:pt>
    <dgm:pt modelId="{B16407C1-6AF5-4622-B22F-42245FB26BA0}" type="sibTrans" cxnId="{9D507F05-CFBF-4153-8F35-61E61B80D6B4}">
      <dgm:prSet/>
      <dgm:spPr/>
      <dgm:t>
        <a:bodyPr/>
        <a:lstStyle/>
        <a:p>
          <a:endParaRPr lang="en-US"/>
        </a:p>
      </dgm:t>
    </dgm:pt>
    <dgm:pt modelId="{D79B5F10-A7F6-4F36-917B-8015E5B7DCB6}">
      <dgm:prSet/>
      <dgm:spPr/>
      <dgm:t>
        <a:bodyPr/>
        <a:lstStyle/>
        <a:p>
          <a:r>
            <a:rPr lang="en-US" b="1" i="0"/>
            <a:t>Supervisor: </a:t>
          </a:r>
          <a:r>
            <a:rPr lang="en-US" b="0" i="0"/>
            <a:t>Oluwaremilekun Yusuf</a:t>
          </a:r>
          <a:endParaRPr lang="en-US"/>
        </a:p>
      </dgm:t>
    </dgm:pt>
    <dgm:pt modelId="{15540A82-1E46-4EC0-B6B7-9380ECF11EDD}" type="parTrans" cxnId="{A9DCD20E-424A-452C-BBBC-5F78522C5DFF}">
      <dgm:prSet/>
      <dgm:spPr/>
      <dgm:t>
        <a:bodyPr/>
        <a:lstStyle/>
        <a:p>
          <a:endParaRPr lang="en-US"/>
        </a:p>
      </dgm:t>
    </dgm:pt>
    <dgm:pt modelId="{E164DD17-F162-46A6-8B06-6AC5F5BEF395}" type="sibTrans" cxnId="{A9DCD20E-424A-452C-BBBC-5F78522C5DFF}">
      <dgm:prSet/>
      <dgm:spPr/>
      <dgm:t>
        <a:bodyPr/>
        <a:lstStyle/>
        <a:p>
          <a:endParaRPr lang="en-US"/>
        </a:p>
      </dgm:t>
    </dgm:pt>
    <dgm:pt modelId="{23553828-519B-46B1-B5D4-86D2C8936170}">
      <dgm:prSet/>
      <dgm:spPr/>
      <dgm:t>
        <a:bodyPr/>
        <a:lstStyle/>
        <a:p>
          <a:r>
            <a:rPr lang="en-US" b="1" i="0"/>
            <a:t>Module: </a:t>
          </a:r>
          <a:r>
            <a:rPr lang="en-US" b="0" i="0"/>
            <a:t>COM748 MSc Research Project</a:t>
          </a:r>
          <a:endParaRPr lang="en-US"/>
        </a:p>
      </dgm:t>
    </dgm:pt>
    <dgm:pt modelId="{08C72456-C4E4-4341-A76E-C87D8E3C6076}" type="parTrans" cxnId="{8B33FFB3-DCE0-4FE5-8851-CF2D01405A52}">
      <dgm:prSet/>
      <dgm:spPr/>
      <dgm:t>
        <a:bodyPr/>
        <a:lstStyle/>
        <a:p>
          <a:endParaRPr lang="en-US"/>
        </a:p>
      </dgm:t>
    </dgm:pt>
    <dgm:pt modelId="{3CF03EE7-CA6A-4B3A-A032-DBB454A9D69A}" type="sibTrans" cxnId="{8B33FFB3-DCE0-4FE5-8851-CF2D01405A52}">
      <dgm:prSet/>
      <dgm:spPr/>
      <dgm:t>
        <a:bodyPr/>
        <a:lstStyle/>
        <a:p>
          <a:endParaRPr lang="en-US"/>
        </a:p>
      </dgm:t>
    </dgm:pt>
    <dgm:pt modelId="{9AC560EB-37A7-4CA5-A5F2-8F4E05CAD56F}">
      <dgm:prSet/>
      <dgm:spPr/>
      <dgm:t>
        <a:bodyPr/>
        <a:lstStyle/>
        <a:p>
          <a:r>
            <a:rPr lang="en-US" b="1" i="0"/>
            <a:t>Ulster University: </a:t>
          </a:r>
          <a:r>
            <a:rPr lang="en-US" b="0" i="0"/>
            <a:t>QAHE London Campus</a:t>
          </a:r>
          <a:endParaRPr lang="en-US"/>
        </a:p>
      </dgm:t>
    </dgm:pt>
    <dgm:pt modelId="{3CECAA5E-053A-41AE-8024-32F5F1B2B267}" type="parTrans" cxnId="{CE7F7ABB-DB7A-4715-B687-2F38023E6688}">
      <dgm:prSet/>
      <dgm:spPr/>
      <dgm:t>
        <a:bodyPr/>
        <a:lstStyle/>
        <a:p>
          <a:endParaRPr lang="en-US"/>
        </a:p>
      </dgm:t>
    </dgm:pt>
    <dgm:pt modelId="{B8BA454B-EDF1-444F-8652-1C5F24D043E9}" type="sibTrans" cxnId="{CE7F7ABB-DB7A-4715-B687-2F38023E6688}">
      <dgm:prSet/>
      <dgm:spPr/>
      <dgm:t>
        <a:bodyPr/>
        <a:lstStyle/>
        <a:p>
          <a:endParaRPr lang="en-US"/>
        </a:p>
      </dgm:t>
    </dgm:pt>
    <dgm:pt modelId="{15661BEC-9106-421E-A033-677DB6679AEB}">
      <dgm:prSet/>
      <dgm:spPr/>
      <dgm:t>
        <a:bodyPr/>
        <a:lstStyle/>
        <a:p>
          <a:r>
            <a:rPr lang="en-US" b="1" i="0"/>
            <a:t>Date: </a:t>
          </a:r>
          <a:r>
            <a:rPr lang="en-US" b="0" i="0"/>
            <a:t>September 2026</a:t>
          </a:r>
          <a:endParaRPr lang="en-US"/>
        </a:p>
      </dgm:t>
    </dgm:pt>
    <dgm:pt modelId="{277FE275-1A5C-4CD8-B7F8-081BE9AAE9B3}" type="parTrans" cxnId="{B426969F-189C-411F-BDE2-7CB560924F4D}">
      <dgm:prSet/>
      <dgm:spPr/>
      <dgm:t>
        <a:bodyPr/>
        <a:lstStyle/>
        <a:p>
          <a:endParaRPr lang="en-US"/>
        </a:p>
      </dgm:t>
    </dgm:pt>
    <dgm:pt modelId="{55938E39-D755-462D-8D77-BEA3C8A70395}" type="sibTrans" cxnId="{B426969F-189C-411F-BDE2-7CB560924F4D}">
      <dgm:prSet/>
      <dgm:spPr/>
      <dgm:t>
        <a:bodyPr/>
        <a:lstStyle/>
        <a:p>
          <a:endParaRPr lang="en-US"/>
        </a:p>
      </dgm:t>
    </dgm:pt>
    <dgm:pt modelId="{2AAAC93C-2846-4B76-840C-DED3F1AE7C8F}" type="pres">
      <dgm:prSet presAssocID="{38251406-577C-4E27-8FBF-3391C16C043D}" presName="vert0" presStyleCnt="0">
        <dgm:presLayoutVars>
          <dgm:dir/>
          <dgm:animOne val="branch"/>
          <dgm:animLvl val="lvl"/>
        </dgm:presLayoutVars>
      </dgm:prSet>
      <dgm:spPr/>
    </dgm:pt>
    <dgm:pt modelId="{B67FF1DF-B96F-40A5-82F5-72E5590F13BE}" type="pres">
      <dgm:prSet presAssocID="{8473EE04-76EF-4DAA-8933-DB40EED6B63E}" presName="thickLine" presStyleLbl="alignNode1" presStyleIdx="0" presStyleCnt="6"/>
      <dgm:spPr/>
    </dgm:pt>
    <dgm:pt modelId="{F3927213-C605-453A-85BD-CD2B2451B455}" type="pres">
      <dgm:prSet presAssocID="{8473EE04-76EF-4DAA-8933-DB40EED6B63E}" presName="horz1" presStyleCnt="0"/>
      <dgm:spPr/>
    </dgm:pt>
    <dgm:pt modelId="{80DE2D09-6409-49E0-98BA-F9ED5F78F3CB}" type="pres">
      <dgm:prSet presAssocID="{8473EE04-76EF-4DAA-8933-DB40EED6B63E}" presName="tx1" presStyleLbl="revTx" presStyleIdx="0" presStyleCnt="6"/>
      <dgm:spPr/>
    </dgm:pt>
    <dgm:pt modelId="{74ECEFD1-9288-46DC-A038-B394D5D98050}" type="pres">
      <dgm:prSet presAssocID="{8473EE04-76EF-4DAA-8933-DB40EED6B63E}" presName="vert1" presStyleCnt="0"/>
      <dgm:spPr/>
    </dgm:pt>
    <dgm:pt modelId="{CC57F8E8-171A-4484-9392-B7480A623A94}" type="pres">
      <dgm:prSet presAssocID="{00AB9487-7618-4306-A65A-F5BF1B66E889}" presName="thickLine" presStyleLbl="alignNode1" presStyleIdx="1" presStyleCnt="6"/>
      <dgm:spPr/>
    </dgm:pt>
    <dgm:pt modelId="{91616447-34E6-4A4D-8ACA-0252BF4444CE}" type="pres">
      <dgm:prSet presAssocID="{00AB9487-7618-4306-A65A-F5BF1B66E889}" presName="horz1" presStyleCnt="0"/>
      <dgm:spPr/>
    </dgm:pt>
    <dgm:pt modelId="{3AF30887-068C-48F6-B2F4-4FCD557885DD}" type="pres">
      <dgm:prSet presAssocID="{00AB9487-7618-4306-A65A-F5BF1B66E889}" presName="tx1" presStyleLbl="revTx" presStyleIdx="1" presStyleCnt="6"/>
      <dgm:spPr/>
    </dgm:pt>
    <dgm:pt modelId="{059C52D5-C4A8-491F-8AF3-FDB638C81C90}" type="pres">
      <dgm:prSet presAssocID="{00AB9487-7618-4306-A65A-F5BF1B66E889}" presName="vert1" presStyleCnt="0"/>
      <dgm:spPr/>
    </dgm:pt>
    <dgm:pt modelId="{2CD8E2E8-1F14-40D9-9D8E-5B6A8795ED1C}" type="pres">
      <dgm:prSet presAssocID="{D79B5F10-A7F6-4F36-917B-8015E5B7DCB6}" presName="thickLine" presStyleLbl="alignNode1" presStyleIdx="2" presStyleCnt="6"/>
      <dgm:spPr/>
    </dgm:pt>
    <dgm:pt modelId="{83056CD7-DB23-4BDD-BCC2-C6256FDBAFD8}" type="pres">
      <dgm:prSet presAssocID="{D79B5F10-A7F6-4F36-917B-8015E5B7DCB6}" presName="horz1" presStyleCnt="0"/>
      <dgm:spPr/>
    </dgm:pt>
    <dgm:pt modelId="{0B2E5594-2928-4D87-B85F-B1EB4C51B218}" type="pres">
      <dgm:prSet presAssocID="{D79B5F10-A7F6-4F36-917B-8015E5B7DCB6}" presName="tx1" presStyleLbl="revTx" presStyleIdx="2" presStyleCnt="6"/>
      <dgm:spPr/>
    </dgm:pt>
    <dgm:pt modelId="{E31FFE36-0BC2-45E3-B598-31FF06281B8D}" type="pres">
      <dgm:prSet presAssocID="{D79B5F10-A7F6-4F36-917B-8015E5B7DCB6}" presName="vert1" presStyleCnt="0"/>
      <dgm:spPr/>
    </dgm:pt>
    <dgm:pt modelId="{E6F8FEC1-275C-44E8-8772-60FBEA775D55}" type="pres">
      <dgm:prSet presAssocID="{23553828-519B-46B1-B5D4-86D2C8936170}" presName="thickLine" presStyleLbl="alignNode1" presStyleIdx="3" presStyleCnt="6"/>
      <dgm:spPr/>
    </dgm:pt>
    <dgm:pt modelId="{7BBDEE14-92D8-4CAD-8AFB-92812C0ABA82}" type="pres">
      <dgm:prSet presAssocID="{23553828-519B-46B1-B5D4-86D2C8936170}" presName="horz1" presStyleCnt="0"/>
      <dgm:spPr/>
    </dgm:pt>
    <dgm:pt modelId="{197F86CE-C919-4B7A-9A6B-0D946573454A}" type="pres">
      <dgm:prSet presAssocID="{23553828-519B-46B1-B5D4-86D2C8936170}" presName="tx1" presStyleLbl="revTx" presStyleIdx="3" presStyleCnt="6"/>
      <dgm:spPr/>
    </dgm:pt>
    <dgm:pt modelId="{57E53F1C-E711-4F3E-B714-70ED95CB227D}" type="pres">
      <dgm:prSet presAssocID="{23553828-519B-46B1-B5D4-86D2C8936170}" presName="vert1" presStyleCnt="0"/>
      <dgm:spPr/>
    </dgm:pt>
    <dgm:pt modelId="{43F85CC9-6A0E-482A-8C76-9BF3ED9DEAAB}" type="pres">
      <dgm:prSet presAssocID="{9AC560EB-37A7-4CA5-A5F2-8F4E05CAD56F}" presName="thickLine" presStyleLbl="alignNode1" presStyleIdx="4" presStyleCnt="6"/>
      <dgm:spPr/>
    </dgm:pt>
    <dgm:pt modelId="{56E3098F-4D6F-4ABB-B5E7-E773D915B843}" type="pres">
      <dgm:prSet presAssocID="{9AC560EB-37A7-4CA5-A5F2-8F4E05CAD56F}" presName="horz1" presStyleCnt="0"/>
      <dgm:spPr/>
    </dgm:pt>
    <dgm:pt modelId="{8BED86D8-0B02-4340-9942-A7FE8FC89599}" type="pres">
      <dgm:prSet presAssocID="{9AC560EB-37A7-4CA5-A5F2-8F4E05CAD56F}" presName="tx1" presStyleLbl="revTx" presStyleIdx="4" presStyleCnt="6"/>
      <dgm:spPr/>
    </dgm:pt>
    <dgm:pt modelId="{125AA5E1-941C-4168-9E1B-F18F38B494C4}" type="pres">
      <dgm:prSet presAssocID="{9AC560EB-37A7-4CA5-A5F2-8F4E05CAD56F}" presName="vert1" presStyleCnt="0"/>
      <dgm:spPr/>
    </dgm:pt>
    <dgm:pt modelId="{FAAFC69C-E839-4B4F-AF0A-5B3B2684636D}" type="pres">
      <dgm:prSet presAssocID="{15661BEC-9106-421E-A033-677DB6679AEB}" presName="thickLine" presStyleLbl="alignNode1" presStyleIdx="5" presStyleCnt="6"/>
      <dgm:spPr/>
    </dgm:pt>
    <dgm:pt modelId="{A446C827-308C-4EB7-A310-7B31F420A489}" type="pres">
      <dgm:prSet presAssocID="{15661BEC-9106-421E-A033-677DB6679AEB}" presName="horz1" presStyleCnt="0"/>
      <dgm:spPr/>
    </dgm:pt>
    <dgm:pt modelId="{24964F92-1D46-4BF5-94D0-8BB9815CF447}" type="pres">
      <dgm:prSet presAssocID="{15661BEC-9106-421E-A033-677DB6679AEB}" presName="tx1" presStyleLbl="revTx" presStyleIdx="5" presStyleCnt="6"/>
      <dgm:spPr/>
    </dgm:pt>
    <dgm:pt modelId="{ABC60330-7ECE-4668-91E9-C82C0AC4501E}" type="pres">
      <dgm:prSet presAssocID="{15661BEC-9106-421E-A033-677DB6679AEB}" presName="vert1" presStyleCnt="0"/>
      <dgm:spPr/>
    </dgm:pt>
  </dgm:ptLst>
  <dgm:cxnLst>
    <dgm:cxn modelId="{9D507F05-CFBF-4153-8F35-61E61B80D6B4}" srcId="{38251406-577C-4E27-8FBF-3391C16C043D}" destId="{00AB9487-7618-4306-A65A-F5BF1B66E889}" srcOrd="1" destOrd="0" parTransId="{0B655CF8-2292-4925-95F2-CFD0B1A28ED0}" sibTransId="{B16407C1-6AF5-4622-B22F-42245FB26BA0}"/>
    <dgm:cxn modelId="{A9DCD20E-424A-452C-BBBC-5F78522C5DFF}" srcId="{38251406-577C-4E27-8FBF-3391C16C043D}" destId="{D79B5F10-A7F6-4F36-917B-8015E5B7DCB6}" srcOrd="2" destOrd="0" parTransId="{15540A82-1E46-4EC0-B6B7-9380ECF11EDD}" sibTransId="{E164DD17-F162-46A6-8B06-6AC5F5BEF395}"/>
    <dgm:cxn modelId="{98F2621D-5C13-45C8-84C2-4842BAFCE986}" type="presOf" srcId="{23553828-519B-46B1-B5D4-86D2C8936170}" destId="{197F86CE-C919-4B7A-9A6B-0D946573454A}" srcOrd="0" destOrd="0" presId="urn:microsoft.com/office/officeart/2008/layout/LinedList"/>
    <dgm:cxn modelId="{EAF55439-54C7-4335-AA28-B00CFEC5816F}" type="presOf" srcId="{D79B5F10-A7F6-4F36-917B-8015E5B7DCB6}" destId="{0B2E5594-2928-4D87-B85F-B1EB4C51B218}" srcOrd="0" destOrd="0" presId="urn:microsoft.com/office/officeart/2008/layout/LinedList"/>
    <dgm:cxn modelId="{42CDDA4B-863D-4E48-BE2A-139B27259F16}" type="presOf" srcId="{00AB9487-7618-4306-A65A-F5BF1B66E889}" destId="{3AF30887-068C-48F6-B2F4-4FCD557885DD}" srcOrd="0" destOrd="0" presId="urn:microsoft.com/office/officeart/2008/layout/LinedList"/>
    <dgm:cxn modelId="{25C74851-CD03-418D-A488-2AD3435C256D}" type="presOf" srcId="{9AC560EB-37A7-4CA5-A5F2-8F4E05CAD56F}" destId="{8BED86D8-0B02-4340-9942-A7FE8FC89599}" srcOrd="0" destOrd="0" presId="urn:microsoft.com/office/officeart/2008/layout/LinedList"/>
    <dgm:cxn modelId="{EA5FF48D-059F-43DB-B2C0-E00CE6899DC2}" type="presOf" srcId="{8473EE04-76EF-4DAA-8933-DB40EED6B63E}" destId="{80DE2D09-6409-49E0-98BA-F9ED5F78F3CB}" srcOrd="0" destOrd="0" presId="urn:microsoft.com/office/officeart/2008/layout/LinedList"/>
    <dgm:cxn modelId="{EA07B28F-5A1A-4F0C-90DF-E4EE700051D0}" srcId="{38251406-577C-4E27-8FBF-3391C16C043D}" destId="{8473EE04-76EF-4DAA-8933-DB40EED6B63E}" srcOrd="0" destOrd="0" parTransId="{5FB0589D-55DC-4E0E-BA58-0926C0C0E87D}" sibTransId="{5F756C3B-99ED-4F26-B08C-B2CEABF3CDFD}"/>
    <dgm:cxn modelId="{B434CC9C-D90B-4BBA-92DB-2908F26FE265}" type="presOf" srcId="{38251406-577C-4E27-8FBF-3391C16C043D}" destId="{2AAAC93C-2846-4B76-840C-DED3F1AE7C8F}" srcOrd="0" destOrd="0" presId="urn:microsoft.com/office/officeart/2008/layout/LinedList"/>
    <dgm:cxn modelId="{B426969F-189C-411F-BDE2-7CB560924F4D}" srcId="{38251406-577C-4E27-8FBF-3391C16C043D}" destId="{15661BEC-9106-421E-A033-677DB6679AEB}" srcOrd="5" destOrd="0" parTransId="{277FE275-1A5C-4CD8-B7F8-081BE9AAE9B3}" sibTransId="{55938E39-D755-462D-8D77-BEA3C8A70395}"/>
    <dgm:cxn modelId="{8B33FFB3-DCE0-4FE5-8851-CF2D01405A52}" srcId="{38251406-577C-4E27-8FBF-3391C16C043D}" destId="{23553828-519B-46B1-B5D4-86D2C8936170}" srcOrd="3" destOrd="0" parTransId="{08C72456-C4E4-4341-A76E-C87D8E3C6076}" sibTransId="{3CF03EE7-CA6A-4B3A-A032-DBB454A9D69A}"/>
    <dgm:cxn modelId="{867FC0B5-2BD2-458F-BB79-499FE14980BC}" type="presOf" srcId="{15661BEC-9106-421E-A033-677DB6679AEB}" destId="{24964F92-1D46-4BF5-94D0-8BB9815CF447}" srcOrd="0" destOrd="0" presId="urn:microsoft.com/office/officeart/2008/layout/LinedList"/>
    <dgm:cxn modelId="{CE7F7ABB-DB7A-4715-B687-2F38023E6688}" srcId="{38251406-577C-4E27-8FBF-3391C16C043D}" destId="{9AC560EB-37A7-4CA5-A5F2-8F4E05CAD56F}" srcOrd="4" destOrd="0" parTransId="{3CECAA5E-053A-41AE-8024-32F5F1B2B267}" sibTransId="{B8BA454B-EDF1-444F-8652-1C5F24D043E9}"/>
    <dgm:cxn modelId="{F8F83AED-16D1-4B6C-8A41-E13940CE6653}" type="presParOf" srcId="{2AAAC93C-2846-4B76-840C-DED3F1AE7C8F}" destId="{B67FF1DF-B96F-40A5-82F5-72E5590F13BE}" srcOrd="0" destOrd="0" presId="urn:microsoft.com/office/officeart/2008/layout/LinedList"/>
    <dgm:cxn modelId="{81192D60-628F-4D0E-BBAF-582FCE682513}" type="presParOf" srcId="{2AAAC93C-2846-4B76-840C-DED3F1AE7C8F}" destId="{F3927213-C605-453A-85BD-CD2B2451B455}" srcOrd="1" destOrd="0" presId="urn:microsoft.com/office/officeart/2008/layout/LinedList"/>
    <dgm:cxn modelId="{54916476-F442-4B7F-B782-5D41E8A01D39}" type="presParOf" srcId="{F3927213-C605-453A-85BD-CD2B2451B455}" destId="{80DE2D09-6409-49E0-98BA-F9ED5F78F3CB}" srcOrd="0" destOrd="0" presId="urn:microsoft.com/office/officeart/2008/layout/LinedList"/>
    <dgm:cxn modelId="{6503BB93-F5D9-437D-9B3E-92D7B402565F}" type="presParOf" srcId="{F3927213-C605-453A-85BD-CD2B2451B455}" destId="{74ECEFD1-9288-46DC-A038-B394D5D98050}" srcOrd="1" destOrd="0" presId="urn:microsoft.com/office/officeart/2008/layout/LinedList"/>
    <dgm:cxn modelId="{CD351F6D-14A8-4220-9D12-103B8452A8A6}" type="presParOf" srcId="{2AAAC93C-2846-4B76-840C-DED3F1AE7C8F}" destId="{CC57F8E8-171A-4484-9392-B7480A623A94}" srcOrd="2" destOrd="0" presId="urn:microsoft.com/office/officeart/2008/layout/LinedList"/>
    <dgm:cxn modelId="{E01B025D-B7E7-4C52-ADF2-1BFAF29B36E5}" type="presParOf" srcId="{2AAAC93C-2846-4B76-840C-DED3F1AE7C8F}" destId="{91616447-34E6-4A4D-8ACA-0252BF4444CE}" srcOrd="3" destOrd="0" presId="urn:microsoft.com/office/officeart/2008/layout/LinedList"/>
    <dgm:cxn modelId="{7A35B8FD-AF0F-4166-B70D-55038BCF0487}" type="presParOf" srcId="{91616447-34E6-4A4D-8ACA-0252BF4444CE}" destId="{3AF30887-068C-48F6-B2F4-4FCD557885DD}" srcOrd="0" destOrd="0" presId="urn:microsoft.com/office/officeart/2008/layout/LinedList"/>
    <dgm:cxn modelId="{4C844572-B548-4AA6-84EC-5C3F9ADEC678}" type="presParOf" srcId="{91616447-34E6-4A4D-8ACA-0252BF4444CE}" destId="{059C52D5-C4A8-491F-8AF3-FDB638C81C90}" srcOrd="1" destOrd="0" presId="urn:microsoft.com/office/officeart/2008/layout/LinedList"/>
    <dgm:cxn modelId="{1AD32B19-075B-41CE-A9AC-31317C43032E}" type="presParOf" srcId="{2AAAC93C-2846-4B76-840C-DED3F1AE7C8F}" destId="{2CD8E2E8-1F14-40D9-9D8E-5B6A8795ED1C}" srcOrd="4" destOrd="0" presId="urn:microsoft.com/office/officeart/2008/layout/LinedList"/>
    <dgm:cxn modelId="{8CEDE6AD-1D50-4F9D-9C35-C74BF86F2C4A}" type="presParOf" srcId="{2AAAC93C-2846-4B76-840C-DED3F1AE7C8F}" destId="{83056CD7-DB23-4BDD-BCC2-C6256FDBAFD8}" srcOrd="5" destOrd="0" presId="urn:microsoft.com/office/officeart/2008/layout/LinedList"/>
    <dgm:cxn modelId="{B6DE99C0-6FDE-41A2-9A82-C261A7AFB91D}" type="presParOf" srcId="{83056CD7-DB23-4BDD-BCC2-C6256FDBAFD8}" destId="{0B2E5594-2928-4D87-B85F-B1EB4C51B218}" srcOrd="0" destOrd="0" presId="urn:microsoft.com/office/officeart/2008/layout/LinedList"/>
    <dgm:cxn modelId="{5E258F99-8942-49F1-BAC1-46E72D04B99F}" type="presParOf" srcId="{83056CD7-DB23-4BDD-BCC2-C6256FDBAFD8}" destId="{E31FFE36-0BC2-45E3-B598-31FF06281B8D}" srcOrd="1" destOrd="0" presId="urn:microsoft.com/office/officeart/2008/layout/LinedList"/>
    <dgm:cxn modelId="{5F4F71A6-9509-4259-A10B-F50E146B06F6}" type="presParOf" srcId="{2AAAC93C-2846-4B76-840C-DED3F1AE7C8F}" destId="{E6F8FEC1-275C-44E8-8772-60FBEA775D55}" srcOrd="6" destOrd="0" presId="urn:microsoft.com/office/officeart/2008/layout/LinedList"/>
    <dgm:cxn modelId="{3F5CCB51-DDF3-4DF0-8ECA-3180F8C59019}" type="presParOf" srcId="{2AAAC93C-2846-4B76-840C-DED3F1AE7C8F}" destId="{7BBDEE14-92D8-4CAD-8AFB-92812C0ABA82}" srcOrd="7" destOrd="0" presId="urn:microsoft.com/office/officeart/2008/layout/LinedList"/>
    <dgm:cxn modelId="{95BB8230-CA7E-454E-B783-465A031DBFBA}" type="presParOf" srcId="{7BBDEE14-92D8-4CAD-8AFB-92812C0ABA82}" destId="{197F86CE-C919-4B7A-9A6B-0D946573454A}" srcOrd="0" destOrd="0" presId="urn:microsoft.com/office/officeart/2008/layout/LinedList"/>
    <dgm:cxn modelId="{8813A3DD-C86C-4355-9A28-F30BE867D631}" type="presParOf" srcId="{7BBDEE14-92D8-4CAD-8AFB-92812C0ABA82}" destId="{57E53F1C-E711-4F3E-B714-70ED95CB227D}" srcOrd="1" destOrd="0" presId="urn:microsoft.com/office/officeart/2008/layout/LinedList"/>
    <dgm:cxn modelId="{F6E2C348-D10F-4065-B3E6-38082D997506}" type="presParOf" srcId="{2AAAC93C-2846-4B76-840C-DED3F1AE7C8F}" destId="{43F85CC9-6A0E-482A-8C76-9BF3ED9DEAAB}" srcOrd="8" destOrd="0" presId="urn:microsoft.com/office/officeart/2008/layout/LinedList"/>
    <dgm:cxn modelId="{7156A78B-0389-4B44-870C-70BEA38421C9}" type="presParOf" srcId="{2AAAC93C-2846-4B76-840C-DED3F1AE7C8F}" destId="{56E3098F-4D6F-4ABB-B5E7-E773D915B843}" srcOrd="9" destOrd="0" presId="urn:microsoft.com/office/officeart/2008/layout/LinedList"/>
    <dgm:cxn modelId="{9146FB6A-F2FA-4742-9CA3-C157A065CEDF}" type="presParOf" srcId="{56E3098F-4D6F-4ABB-B5E7-E773D915B843}" destId="{8BED86D8-0B02-4340-9942-A7FE8FC89599}" srcOrd="0" destOrd="0" presId="urn:microsoft.com/office/officeart/2008/layout/LinedList"/>
    <dgm:cxn modelId="{4DC839DC-AB10-4C12-8C70-5EB69B1D5E09}" type="presParOf" srcId="{56E3098F-4D6F-4ABB-B5E7-E773D915B843}" destId="{125AA5E1-941C-4168-9E1B-F18F38B494C4}" srcOrd="1" destOrd="0" presId="urn:microsoft.com/office/officeart/2008/layout/LinedList"/>
    <dgm:cxn modelId="{627B9C4B-E369-446A-916A-F600818B1CA3}" type="presParOf" srcId="{2AAAC93C-2846-4B76-840C-DED3F1AE7C8F}" destId="{FAAFC69C-E839-4B4F-AF0A-5B3B2684636D}" srcOrd="10" destOrd="0" presId="urn:microsoft.com/office/officeart/2008/layout/LinedList"/>
    <dgm:cxn modelId="{131AAFF4-7DC7-4C71-9BA1-5C23CF9BDE4C}" type="presParOf" srcId="{2AAAC93C-2846-4B76-840C-DED3F1AE7C8F}" destId="{A446C827-308C-4EB7-A310-7B31F420A489}" srcOrd="11" destOrd="0" presId="urn:microsoft.com/office/officeart/2008/layout/LinedList"/>
    <dgm:cxn modelId="{9A80E536-8940-44CF-8EF2-E5D13EBC9EEA}" type="presParOf" srcId="{A446C827-308C-4EB7-A310-7B31F420A489}" destId="{24964F92-1D46-4BF5-94D0-8BB9815CF447}" srcOrd="0" destOrd="0" presId="urn:microsoft.com/office/officeart/2008/layout/LinedList"/>
    <dgm:cxn modelId="{1E91E29D-51A1-4057-A01C-471D94B29801}" type="presParOf" srcId="{A446C827-308C-4EB7-A310-7B31F420A489}" destId="{ABC60330-7ECE-4668-91E9-C82C0AC4501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FAE3EE5-98C9-467B-8EB6-6A05E336A63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42E5C6A-9816-4C4A-B679-BA486E183960}">
      <dgm:prSet custT="1"/>
      <dgm:spPr/>
      <dgm:t>
        <a:bodyPr/>
        <a:lstStyle/>
        <a:p>
          <a:r>
            <a:rPr lang="en-US" sz="2000" b="0" i="0"/>
            <a:t>Problem Statement &amp; Motivation</a:t>
          </a:r>
          <a:endParaRPr lang="en-US" sz="2000"/>
        </a:p>
      </dgm:t>
    </dgm:pt>
    <dgm:pt modelId="{932E3E6E-C67F-4E4E-9F2F-F99CDB614026}" type="parTrans" cxnId="{AC71F6A3-3C76-4C73-9FE7-7C71D0F34FBF}">
      <dgm:prSet/>
      <dgm:spPr/>
      <dgm:t>
        <a:bodyPr/>
        <a:lstStyle/>
        <a:p>
          <a:endParaRPr lang="en-US"/>
        </a:p>
      </dgm:t>
    </dgm:pt>
    <dgm:pt modelId="{B6354557-6959-4C42-8A65-CBC775E8C8B4}" type="sibTrans" cxnId="{AC71F6A3-3C76-4C73-9FE7-7C71D0F34FBF}">
      <dgm:prSet/>
      <dgm:spPr/>
      <dgm:t>
        <a:bodyPr/>
        <a:lstStyle/>
        <a:p>
          <a:endParaRPr lang="en-US"/>
        </a:p>
      </dgm:t>
    </dgm:pt>
    <dgm:pt modelId="{9AD719A8-69A5-4D66-997F-F7E865D4238B}">
      <dgm:prSet custT="1"/>
      <dgm:spPr/>
      <dgm:t>
        <a:bodyPr/>
        <a:lstStyle/>
        <a:p>
          <a:r>
            <a:rPr lang="en-US" sz="2000" b="0" i="0" dirty="0"/>
            <a:t>Review of Existing Work</a:t>
          </a:r>
          <a:endParaRPr lang="en-US" sz="2000" dirty="0"/>
        </a:p>
      </dgm:t>
    </dgm:pt>
    <dgm:pt modelId="{083E5CEA-AD06-4BCC-A437-9D718E108E89}" type="parTrans" cxnId="{A941FC0A-4BBA-4582-9AA5-28151E0A80AD}">
      <dgm:prSet/>
      <dgm:spPr/>
      <dgm:t>
        <a:bodyPr/>
        <a:lstStyle/>
        <a:p>
          <a:endParaRPr lang="en-US"/>
        </a:p>
      </dgm:t>
    </dgm:pt>
    <dgm:pt modelId="{134608C5-45B4-4AF8-96AE-1A3C3CCA9D30}" type="sibTrans" cxnId="{A941FC0A-4BBA-4582-9AA5-28151E0A80AD}">
      <dgm:prSet/>
      <dgm:spPr/>
      <dgm:t>
        <a:bodyPr/>
        <a:lstStyle/>
        <a:p>
          <a:endParaRPr lang="en-US"/>
        </a:p>
      </dgm:t>
    </dgm:pt>
    <dgm:pt modelId="{AF3990D3-2AF1-465D-AE6E-9427BC5977FA}">
      <dgm:prSet custT="1"/>
      <dgm:spPr/>
      <dgm:t>
        <a:bodyPr/>
        <a:lstStyle/>
        <a:p>
          <a:r>
            <a:rPr lang="en-US" sz="2000" b="0" i="0"/>
            <a:t>Research Aim &amp; Objectives</a:t>
          </a:r>
          <a:endParaRPr lang="en-US" sz="2000"/>
        </a:p>
      </dgm:t>
    </dgm:pt>
    <dgm:pt modelId="{89CC332F-C6F7-440E-B7C5-CB0FEBB8EF7A}" type="parTrans" cxnId="{86A9E4A2-EEBC-4FE0-8AC9-40F8A54B50F6}">
      <dgm:prSet/>
      <dgm:spPr/>
      <dgm:t>
        <a:bodyPr/>
        <a:lstStyle/>
        <a:p>
          <a:endParaRPr lang="en-US"/>
        </a:p>
      </dgm:t>
    </dgm:pt>
    <dgm:pt modelId="{63FBC930-A7E0-49CA-9519-3E9765CD5C14}" type="sibTrans" cxnId="{86A9E4A2-EEBC-4FE0-8AC9-40F8A54B50F6}">
      <dgm:prSet/>
      <dgm:spPr/>
      <dgm:t>
        <a:bodyPr/>
        <a:lstStyle/>
        <a:p>
          <a:endParaRPr lang="en-US"/>
        </a:p>
      </dgm:t>
    </dgm:pt>
    <dgm:pt modelId="{23D85B7D-1583-4EC5-A3C8-B878B811E5CE}">
      <dgm:prSet custT="1"/>
      <dgm:spPr/>
      <dgm:t>
        <a:bodyPr/>
        <a:lstStyle/>
        <a:p>
          <a:r>
            <a:rPr lang="en-US" sz="2000" b="0" i="0"/>
            <a:t>Methodology</a:t>
          </a:r>
          <a:endParaRPr lang="en-US" sz="2000"/>
        </a:p>
      </dgm:t>
    </dgm:pt>
    <dgm:pt modelId="{E1176A8C-0CB8-400D-AACE-D92148A1371F}" type="parTrans" cxnId="{5C41D334-85A0-4267-88CD-F8F7E04F344D}">
      <dgm:prSet/>
      <dgm:spPr/>
      <dgm:t>
        <a:bodyPr/>
        <a:lstStyle/>
        <a:p>
          <a:endParaRPr lang="en-US"/>
        </a:p>
      </dgm:t>
    </dgm:pt>
    <dgm:pt modelId="{5F6DAD08-93C0-48B6-8AD9-99CF83EA9E8B}" type="sibTrans" cxnId="{5C41D334-85A0-4267-88CD-F8F7E04F344D}">
      <dgm:prSet/>
      <dgm:spPr/>
      <dgm:t>
        <a:bodyPr/>
        <a:lstStyle/>
        <a:p>
          <a:endParaRPr lang="en-US"/>
        </a:p>
      </dgm:t>
    </dgm:pt>
    <dgm:pt modelId="{C587CB1C-BC8B-49D3-9E4D-25E7B148BB7E}">
      <dgm:prSet custT="1"/>
      <dgm:spPr/>
      <dgm:t>
        <a:bodyPr/>
        <a:lstStyle/>
        <a:p>
          <a:r>
            <a:rPr lang="en-US" sz="2000" b="0" i="0"/>
            <a:t>System Architecture</a:t>
          </a:r>
          <a:endParaRPr lang="en-US" sz="2000"/>
        </a:p>
      </dgm:t>
    </dgm:pt>
    <dgm:pt modelId="{A2D18B10-B976-489D-A11A-46D1A7A68DF9}" type="parTrans" cxnId="{B070A702-52D8-410B-9F4F-CEECCFE26934}">
      <dgm:prSet/>
      <dgm:spPr/>
      <dgm:t>
        <a:bodyPr/>
        <a:lstStyle/>
        <a:p>
          <a:endParaRPr lang="en-US"/>
        </a:p>
      </dgm:t>
    </dgm:pt>
    <dgm:pt modelId="{8A1160B8-7395-485F-8236-77A0D9D7B357}" type="sibTrans" cxnId="{B070A702-52D8-410B-9F4F-CEECCFE26934}">
      <dgm:prSet/>
      <dgm:spPr/>
      <dgm:t>
        <a:bodyPr/>
        <a:lstStyle/>
        <a:p>
          <a:endParaRPr lang="en-US"/>
        </a:p>
      </dgm:t>
    </dgm:pt>
    <dgm:pt modelId="{CC891B3E-4F83-4D78-B351-DEB08480BFDA}">
      <dgm:prSet custT="1"/>
      <dgm:spPr/>
      <dgm:t>
        <a:bodyPr/>
        <a:lstStyle/>
        <a:p>
          <a:r>
            <a:rPr lang="en-US" sz="2000" b="0" i="0"/>
            <a:t>Key Features &amp; Implementation</a:t>
          </a:r>
          <a:endParaRPr lang="en-US" sz="2000"/>
        </a:p>
      </dgm:t>
    </dgm:pt>
    <dgm:pt modelId="{D116E114-BD29-4CDA-82C7-AB62BBD53E94}" type="parTrans" cxnId="{9EF125F3-CD4E-4879-A397-1E40DD29F6DA}">
      <dgm:prSet/>
      <dgm:spPr/>
      <dgm:t>
        <a:bodyPr/>
        <a:lstStyle/>
        <a:p>
          <a:endParaRPr lang="en-US"/>
        </a:p>
      </dgm:t>
    </dgm:pt>
    <dgm:pt modelId="{6BB2C044-1C32-471A-89F0-8E6A077ECC74}" type="sibTrans" cxnId="{9EF125F3-CD4E-4879-A397-1E40DD29F6DA}">
      <dgm:prSet/>
      <dgm:spPr/>
      <dgm:t>
        <a:bodyPr/>
        <a:lstStyle/>
        <a:p>
          <a:endParaRPr lang="en-US"/>
        </a:p>
      </dgm:t>
    </dgm:pt>
    <dgm:pt modelId="{560B6211-29AB-4981-A2EF-1E7E8C69964F}">
      <dgm:prSet custT="1"/>
      <dgm:spPr/>
      <dgm:t>
        <a:bodyPr/>
        <a:lstStyle/>
        <a:p>
          <a:r>
            <a:rPr lang="en-US" sz="2000" b="0" i="0"/>
            <a:t>Testing &amp; Validation</a:t>
          </a:r>
          <a:endParaRPr lang="en-US" sz="2000"/>
        </a:p>
      </dgm:t>
    </dgm:pt>
    <dgm:pt modelId="{52C0A41A-273A-4A75-96B7-7A09577FD4EF}" type="parTrans" cxnId="{FA9A2FD6-0B20-4BCD-914B-1674BB49093F}">
      <dgm:prSet/>
      <dgm:spPr/>
      <dgm:t>
        <a:bodyPr/>
        <a:lstStyle/>
        <a:p>
          <a:endParaRPr lang="en-US"/>
        </a:p>
      </dgm:t>
    </dgm:pt>
    <dgm:pt modelId="{2E0C334B-54B4-4888-B5EE-9B005029FEE4}" type="sibTrans" cxnId="{FA9A2FD6-0B20-4BCD-914B-1674BB49093F}">
      <dgm:prSet/>
      <dgm:spPr/>
      <dgm:t>
        <a:bodyPr/>
        <a:lstStyle/>
        <a:p>
          <a:endParaRPr lang="en-US"/>
        </a:p>
      </dgm:t>
    </dgm:pt>
    <dgm:pt modelId="{E99CAA63-90EF-4B6A-8D4C-1FD74FFDC3BE}">
      <dgm:prSet custT="1"/>
      <dgm:spPr/>
      <dgm:t>
        <a:bodyPr/>
        <a:lstStyle/>
        <a:p>
          <a:r>
            <a:rPr lang="en-US" sz="2000" b="0" i="0"/>
            <a:t>Results &amp; Evaluation</a:t>
          </a:r>
          <a:endParaRPr lang="en-US" sz="2000"/>
        </a:p>
      </dgm:t>
    </dgm:pt>
    <dgm:pt modelId="{4BE862F4-1822-4A9B-AFD2-04EF57AFBA7B}" type="parTrans" cxnId="{FFD677CC-2E2B-49C3-86E0-BD6CD614109D}">
      <dgm:prSet/>
      <dgm:spPr/>
      <dgm:t>
        <a:bodyPr/>
        <a:lstStyle/>
        <a:p>
          <a:endParaRPr lang="en-US"/>
        </a:p>
      </dgm:t>
    </dgm:pt>
    <dgm:pt modelId="{92A201F4-0E4E-45AB-99FF-CF8D25F28641}" type="sibTrans" cxnId="{FFD677CC-2E2B-49C3-86E0-BD6CD614109D}">
      <dgm:prSet/>
      <dgm:spPr/>
      <dgm:t>
        <a:bodyPr/>
        <a:lstStyle/>
        <a:p>
          <a:endParaRPr lang="en-US"/>
        </a:p>
      </dgm:t>
    </dgm:pt>
    <dgm:pt modelId="{4D03E4F7-516D-4D3B-800C-390303FE20DB}">
      <dgm:prSet custT="1"/>
      <dgm:spPr/>
      <dgm:t>
        <a:bodyPr/>
        <a:lstStyle/>
        <a:p>
          <a:r>
            <a:rPr lang="en-US" sz="2000" b="0" i="0"/>
            <a:t>Critical Appraisal</a:t>
          </a:r>
          <a:endParaRPr lang="en-US" sz="2000"/>
        </a:p>
      </dgm:t>
    </dgm:pt>
    <dgm:pt modelId="{8EA3857F-735E-4A1F-B832-2779D5EED6A5}" type="parTrans" cxnId="{8DAC617F-D810-42E5-ADDC-516D262C15EB}">
      <dgm:prSet/>
      <dgm:spPr/>
      <dgm:t>
        <a:bodyPr/>
        <a:lstStyle/>
        <a:p>
          <a:endParaRPr lang="en-US"/>
        </a:p>
      </dgm:t>
    </dgm:pt>
    <dgm:pt modelId="{E5237553-D485-4252-AF22-009F375B2F92}" type="sibTrans" cxnId="{8DAC617F-D810-42E5-ADDC-516D262C15EB}">
      <dgm:prSet/>
      <dgm:spPr/>
      <dgm:t>
        <a:bodyPr/>
        <a:lstStyle/>
        <a:p>
          <a:endParaRPr lang="en-US"/>
        </a:p>
      </dgm:t>
    </dgm:pt>
    <dgm:pt modelId="{B304A8C4-C827-437B-BD7B-DE0398461F27}">
      <dgm:prSet custT="1"/>
      <dgm:spPr/>
      <dgm:t>
        <a:bodyPr/>
        <a:lstStyle/>
        <a:p>
          <a:r>
            <a:rPr lang="en-US" sz="2000" b="0" i="0"/>
            <a:t>Conclusions &amp; Future Work</a:t>
          </a:r>
          <a:endParaRPr lang="en-US" sz="2000"/>
        </a:p>
      </dgm:t>
    </dgm:pt>
    <dgm:pt modelId="{351DD998-E0E9-435C-ADBC-ED315B25F894}" type="parTrans" cxnId="{671BD227-FAC8-4764-AE4D-37E26C7FB700}">
      <dgm:prSet/>
      <dgm:spPr/>
      <dgm:t>
        <a:bodyPr/>
        <a:lstStyle/>
        <a:p>
          <a:endParaRPr lang="en-US"/>
        </a:p>
      </dgm:t>
    </dgm:pt>
    <dgm:pt modelId="{6C43BD76-3DA2-4556-BD2D-69F45B4F6C9E}" type="sibTrans" cxnId="{671BD227-FAC8-4764-AE4D-37E26C7FB700}">
      <dgm:prSet/>
      <dgm:spPr/>
      <dgm:t>
        <a:bodyPr/>
        <a:lstStyle/>
        <a:p>
          <a:endParaRPr lang="en-US"/>
        </a:p>
      </dgm:t>
    </dgm:pt>
    <dgm:pt modelId="{58939E57-F9BC-410B-BEF1-49E8E888B1AA}" type="pres">
      <dgm:prSet presAssocID="{EFAE3EE5-98C9-467B-8EB6-6A05E336A63B}" presName="vert0" presStyleCnt="0">
        <dgm:presLayoutVars>
          <dgm:dir/>
          <dgm:animOne val="branch"/>
          <dgm:animLvl val="lvl"/>
        </dgm:presLayoutVars>
      </dgm:prSet>
      <dgm:spPr/>
    </dgm:pt>
    <dgm:pt modelId="{6FEB0E9C-2360-4E64-9B23-7230C68522D7}" type="pres">
      <dgm:prSet presAssocID="{342E5C6A-9816-4C4A-B679-BA486E183960}" presName="thickLine" presStyleLbl="alignNode1" presStyleIdx="0" presStyleCnt="10"/>
      <dgm:spPr/>
    </dgm:pt>
    <dgm:pt modelId="{4AFA1792-1217-4196-A797-83891DA55E92}" type="pres">
      <dgm:prSet presAssocID="{342E5C6A-9816-4C4A-B679-BA486E183960}" presName="horz1" presStyleCnt="0"/>
      <dgm:spPr/>
    </dgm:pt>
    <dgm:pt modelId="{E3ADB228-43FE-49ED-82B2-E832E0E9AFB3}" type="pres">
      <dgm:prSet presAssocID="{342E5C6A-9816-4C4A-B679-BA486E183960}" presName="tx1" presStyleLbl="revTx" presStyleIdx="0" presStyleCnt="10"/>
      <dgm:spPr/>
    </dgm:pt>
    <dgm:pt modelId="{2D06E5C4-0DD1-4B8A-87AC-BBCEA45FD380}" type="pres">
      <dgm:prSet presAssocID="{342E5C6A-9816-4C4A-B679-BA486E183960}" presName="vert1" presStyleCnt="0"/>
      <dgm:spPr/>
    </dgm:pt>
    <dgm:pt modelId="{BE4FDE47-2508-4EB2-923A-D99E7EDB4872}" type="pres">
      <dgm:prSet presAssocID="{9AD719A8-69A5-4D66-997F-F7E865D4238B}" presName="thickLine" presStyleLbl="alignNode1" presStyleIdx="1" presStyleCnt="10"/>
      <dgm:spPr/>
    </dgm:pt>
    <dgm:pt modelId="{7941CA80-99C5-4C2B-B256-7ECFB8EB9369}" type="pres">
      <dgm:prSet presAssocID="{9AD719A8-69A5-4D66-997F-F7E865D4238B}" presName="horz1" presStyleCnt="0"/>
      <dgm:spPr/>
    </dgm:pt>
    <dgm:pt modelId="{13CBA5ED-EF5F-4C19-B9BC-D0B344AAB7C1}" type="pres">
      <dgm:prSet presAssocID="{9AD719A8-69A5-4D66-997F-F7E865D4238B}" presName="tx1" presStyleLbl="revTx" presStyleIdx="1" presStyleCnt="10"/>
      <dgm:spPr/>
    </dgm:pt>
    <dgm:pt modelId="{14D51D1B-9F51-48BA-9606-991B5A97CC87}" type="pres">
      <dgm:prSet presAssocID="{9AD719A8-69A5-4D66-997F-F7E865D4238B}" presName="vert1" presStyleCnt="0"/>
      <dgm:spPr/>
    </dgm:pt>
    <dgm:pt modelId="{B5A410DD-15DA-426B-9488-998EBE579F74}" type="pres">
      <dgm:prSet presAssocID="{AF3990D3-2AF1-465D-AE6E-9427BC5977FA}" presName="thickLine" presStyleLbl="alignNode1" presStyleIdx="2" presStyleCnt="10"/>
      <dgm:spPr/>
    </dgm:pt>
    <dgm:pt modelId="{4D956216-7866-468E-B4FB-ED789834B2B0}" type="pres">
      <dgm:prSet presAssocID="{AF3990D3-2AF1-465D-AE6E-9427BC5977FA}" presName="horz1" presStyleCnt="0"/>
      <dgm:spPr/>
    </dgm:pt>
    <dgm:pt modelId="{2AB9156D-5A89-4C03-9929-0711C3A62333}" type="pres">
      <dgm:prSet presAssocID="{AF3990D3-2AF1-465D-AE6E-9427BC5977FA}" presName="tx1" presStyleLbl="revTx" presStyleIdx="2" presStyleCnt="10"/>
      <dgm:spPr/>
    </dgm:pt>
    <dgm:pt modelId="{8DF71C07-5BCD-4A90-B063-002832CAE184}" type="pres">
      <dgm:prSet presAssocID="{AF3990D3-2AF1-465D-AE6E-9427BC5977FA}" presName="vert1" presStyleCnt="0"/>
      <dgm:spPr/>
    </dgm:pt>
    <dgm:pt modelId="{803BAED2-46E0-4684-B36F-CCFC3A964F9E}" type="pres">
      <dgm:prSet presAssocID="{23D85B7D-1583-4EC5-A3C8-B878B811E5CE}" presName="thickLine" presStyleLbl="alignNode1" presStyleIdx="3" presStyleCnt="10"/>
      <dgm:spPr/>
    </dgm:pt>
    <dgm:pt modelId="{E6DD59A7-B1B5-4F92-8CCA-28FD3D7127A2}" type="pres">
      <dgm:prSet presAssocID="{23D85B7D-1583-4EC5-A3C8-B878B811E5CE}" presName="horz1" presStyleCnt="0"/>
      <dgm:spPr/>
    </dgm:pt>
    <dgm:pt modelId="{56F72295-834F-4F81-B286-F596E282B5A2}" type="pres">
      <dgm:prSet presAssocID="{23D85B7D-1583-4EC5-A3C8-B878B811E5CE}" presName="tx1" presStyleLbl="revTx" presStyleIdx="3" presStyleCnt="10"/>
      <dgm:spPr/>
    </dgm:pt>
    <dgm:pt modelId="{BA057537-F7DF-4568-8887-D48EED2167E5}" type="pres">
      <dgm:prSet presAssocID="{23D85B7D-1583-4EC5-A3C8-B878B811E5CE}" presName="vert1" presStyleCnt="0"/>
      <dgm:spPr/>
    </dgm:pt>
    <dgm:pt modelId="{2D51FD71-387E-4C20-AEAB-4F8CE59E262C}" type="pres">
      <dgm:prSet presAssocID="{C587CB1C-BC8B-49D3-9E4D-25E7B148BB7E}" presName="thickLine" presStyleLbl="alignNode1" presStyleIdx="4" presStyleCnt="10"/>
      <dgm:spPr/>
    </dgm:pt>
    <dgm:pt modelId="{E066897F-57FA-46FF-931F-BFC4180CFB5B}" type="pres">
      <dgm:prSet presAssocID="{C587CB1C-BC8B-49D3-9E4D-25E7B148BB7E}" presName="horz1" presStyleCnt="0"/>
      <dgm:spPr/>
    </dgm:pt>
    <dgm:pt modelId="{354BAE45-6344-45A8-B549-8C93A064E39E}" type="pres">
      <dgm:prSet presAssocID="{C587CB1C-BC8B-49D3-9E4D-25E7B148BB7E}" presName="tx1" presStyleLbl="revTx" presStyleIdx="4" presStyleCnt="10"/>
      <dgm:spPr/>
    </dgm:pt>
    <dgm:pt modelId="{1268A695-952E-4926-A41F-234C20CE8CD2}" type="pres">
      <dgm:prSet presAssocID="{C587CB1C-BC8B-49D3-9E4D-25E7B148BB7E}" presName="vert1" presStyleCnt="0"/>
      <dgm:spPr/>
    </dgm:pt>
    <dgm:pt modelId="{BFA58A69-29E3-4024-B535-980F5414942F}" type="pres">
      <dgm:prSet presAssocID="{CC891B3E-4F83-4D78-B351-DEB08480BFDA}" presName="thickLine" presStyleLbl="alignNode1" presStyleIdx="5" presStyleCnt="10"/>
      <dgm:spPr/>
    </dgm:pt>
    <dgm:pt modelId="{20B1130B-9779-4A88-8628-F4869D639693}" type="pres">
      <dgm:prSet presAssocID="{CC891B3E-4F83-4D78-B351-DEB08480BFDA}" presName="horz1" presStyleCnt="0"/>
      <dgm:spPr/>
    </dgm:pt>
    <dgm:pt modelId="{B2BDE459-9178-45D9-A282-C16BA31831B1}" type="pres">
      <dgm:prSet presAssocID="{CC891B3E-4F83-4D78-B351-DEB08480BFDA}" presName="tx1" presStyleLbl="revTx" presStyleIdx="5" presStyleCnt="10"/>
      <dgm:spPr/>
    </dgm:pt>
    <dgm:pt modelId="{F4F35862-EA2A-4629-B63D-102D98EDEB0F}" type="pres">
      <dgm:prSet presAssocID="{CC891B3E-4F83-4D78-B351-DEB08480BFDA}" presName="vert1" presStyleCnt="0"/>
      <dgm:spPr/>
    </dgm:pt>
    <dgm:pt modelId="{EF817CF7-B9AC-44A8-BA86-684AA7DF71F6}" type="pres">
      <dgm:prSet presAssocID="{560B6211-29AB-4981-A2EF-1E7E8C69964F}" presName="thickLine" presStyleLbl="alignNode1" presStyleIdx="6" presStyleCnt="10"/>
      <dgm:spPr/>
    </dgm:pt>
    <dgm:pt modelId="{9A7EC478-8941-4CBB-B29A-8FB523045685}" type="pres">
      <dgm:prSet presAssocID="{560B6211-29AB-4981-A2EF-1E7E8C69964F}" presName="horz1" presStyleCnt="0"/>
      <dgm:spPr/>
    </dgm:pt>
    <dgm:pt modelId="{88B3E123-24F6-4225-BF0A-3D71DE8C43E1}" type="pres">
      <dgm:prSet presAssocID="{560B6211-29AB-4981-A2EF-1E7E8C69964F}" presName="tx1" presStyleLbl="revTx" presStyleIdx="6" presStyleCnt="10"/>
      <dgm:spPr/>
    </dgm:pt>
    <dgm:pt modelId="{68430954-E380-47B9-873E-633E5EABA243}" type="pres">
      <dgm:prSet presAssocID="{560B6211-29AB-4981-A2EF-1E7E8C69964F}" presName="vert1" presStyleCnt="0"/>
      <dgm:spPr/>
    </dgm:pt>
    <dgm:pt modelId="{2B7313BE-CCB3-4DEB-93E3-63392C0C4D3E}" type="pres">
      <dgm:prSet presAssocID="{E99CAA63-90EF-4B6A-8D4C-1FD74FFDC3BE}" presName="thickLine" presStyleLbl="alignNode1" presStyleIdx="7" presStyleCnt="10"/>
      <dgm:spPr/>
    </dgm:pt>
    <dgm:pt modelId="{ADDB9796-CA88-4027-952C-98EC5C774D19}" type="pres">
      <dgm:prSet presAssocID="{E99CAA63-90EF-4B6A-8D4C-1FD74FFDC3BE}" presName="horz1" presStyleCnt="0"/>
      <dgm:spPr/>
    </dgm:pt>
    <dgm:pt modelId="{41B0B70B-4E16-4224-A40A-B0F833B63796}" type="pres">
      <dgm:prSet presAssocID="{E99CAA63-90EF-4B6A-8D4C-1FD74FFDC3BE}" presName="tx1" presStyleLbl="revTx" presStyleIdx="7" presStyleCnt="10"/>
      <dgm:spPr/>
    </dgm:pt>
    <dgm:pt modelId="{E4CFC8F9-4BE8-4F23-9CD3-34BA2F136CB8}" type="pres">
      <dgm:prSet presAssocID="{E99CAA63-90EF-4B6A-8D4C-1FD74FFDC3BE}" presName="vert1" presStyleCnt="0"/>
      <dgm:spPr/>
    </dgm:pt>
    <dgm:pt modelId="{0F303844-EDAB-41E6-9DF8-22075BA25D4B}" type="pres">
      <dgm:prSet presAssocID="{4D03E4F7-516D-4D3B-800C-390303FE20DB}" presName="thickLine" presStyleLbl="alignNode1" presStyleIdx="8" presStyleCnt="10"/>
      <dgm:spPr/>
    </dgm:pt>
    <dgm:pt modelId="{E134B7C4-7FC7-49E6-9510-BDE76BC56006}" type="pres">
      <dgm:prSet presAssocID="{4D03E4F7-516D-4D3B-800C-390303FE20DB}" presName="horz1" presStyleCnt="0"/>
      <dgm:spPr/>
    </dgm:pt>
    <dgm:pt modelId="{4E445B06-A3EE-42B9-B3D0-3E46BAAD76E8}" type="pres">
      <dgm:prSet presAssocID="{4D03E4F7-516D-4D3B-800C-390303FE20DB}" presName="tx1" presStyleLbl="revTx" presStyleIdx="8" presStyleCnt="10"/>
      <dgm:spPr/>
    </dgm:pt>
    <dgm:pt modelId="{0293556A-3265-487F-9086-2676D0934D88}" type="pres">
      <dgm:prSet presAssocID="{4D03E4F7-516D-4D3B-800C-390303FE20DB}" presName="vert1" presStyleCnt="0"/>
      <dgm:spPr/>
    </dgm:pt>
    <dgm:pt modelId="{A0D4D3DA-CA0A-406A-9668-705CF074320F}" type="pres">
      <dgm:prSet presAssocID="{B304A8C4-C827-437B-BD7B-DE0398461F27}" presName="thickLine" presStyleLbl="alignNode1" presStyleIdx="9" presStyleCnt="10"/>
      <dgm:spPr/>
    </dgm:pt>
    <dgm:pt modelId="{FED0D5CA-2009-4D24-A159-E8C2423A2A52}" type="pres">
      <dgm:prSet presAssocID="{B304A8C4-C827-437B-BD7B-DE0398461F27}" presName="horz1" presStyleCnt="0"/>
      <dgm:spPr/>
    </dgm:pt>
    <dgm:pt modelId="{20690237-96C2-4F6B-A7A6-78422A46D26D}" type="pres">
      <dgm:prSet presAssocID="{B304A8C4-C827-437B-BD7B-DE0398461F27}" presName="tx1" presStyleLbl="revTx" presStyleIdx="9" presStyleCnt="10"/>
      <dgm:spPr/>
    </dgm:pt>
    <dgm:pt modelId="{52D321C8-9C45-489C-9F1B-99B800FB8940}" type="pres">
      <dgm:prSet presAssocID="{B304A8C4-C827-437B-BD7B-DE0398461F27}" presName="vert1" presStyleCnt="0"/>
      <dgm:spPr/>
    </dgm:pt>
  </dgm:ptLst>
  <dgm:cxnLst>
    <dgm:cxn modelId="{207D5002-6D3C-46CD-96CB-32600B892CD5}" type="presOf" srcId="{23D85B7D-1583-4EC5-A3C8-B878B811E5CE}" destId="{56F72295-834F-4F81-B286-F596E282B5A2}" srcOrd="0" destOrd="0" presId="urn:microsoft.com/office/officeart/2008/layout/LinedList"/>
    <dgm:cxn modelId="{B070A702-52D8-410B-9F4F-CEECCFE26934}" srcId="{EFAE3EE5-98C9-467B-8EB6-6A05E336A63B}" destId="{C587CB1C-BC8B-49D3-9E4D-25E7B148BB7E}" srcOrd="4" destOrd="0" parTransId="{A2D18B10-B976-489D-A11A-46D1A7A68DF9}" sibTransId="{8A1160B8-7395-485F-8236-77A0D9D7B357}"/>
    <dgm:cxn modelId="{A941FC0A-4BBA-4582-9AA5-28151E0A80AD}" srcId="{EFAE3EE5-98C9-467B-8EB6-6A05E336A63B}" destId="{9AD719A8-69A5-4D66-997F-F7E865D4238B}" srcOrd="1" destOrd="0" parTransId="{083E5CEA-AD06-4BCC-A437-9D718E108E89}" sibTransId="{134608C5-45B4-4AF8-96AE-1A3C3CCA9D30}"/>
    <dgm:cxn modelId="{3A96A022-8194-4484-9255-64634154A10D}" type="presOf" srcId="{560B6211-29AB-4981-A2EF-1E7E8C69964F}" destId="{88B3E123-24F6-4225-BF0A-3D71DE8C43E1}" srcOrd="0" destOrd="0" presId="urn:microsoft.com/office/officeart/2008/layout/LinedList"/>
    <dgm:cxn modelId="{671BD227-FAC8-4764-AE4D-37E26C7FB700}" srcId="{EFAE3EE5-98C9-467B-8EB6-6A05E336A63B}" destId="{B304A8C4-C827-437B-BD7B-DE0398461F27}" srcOrd="9" destOrd="0" parTransId="{351DD998-E0E9-435C-ADBC-ED315B25F894}" sibTransId="{6C43BD76-3DA2-4556-BD2D-69F45B4F6C9E}"/>
    <dgm:cxn modelId="{5C41D334-85A0-4267-88CD-F8F7E04F344D}" srcId="{EFAE3EE5-98C9-467B-8EB6-6A05E336A63B}" destId="{23D85B7D-1583-4EC5-A3C8-B878B811E5CE}" srcOrd="3" destOrd="0" parTransId="{E1176A8C-0CB8-400D-AACE-D92148A1371F}" sibTransId="{5F6DAD08-93C0-48B6-8AD9-99CF83EA9E8B}"/>
    <dgm:cxn modelId="{6E48814D-ECD0-4C88-94FF-EF27268FE38E}" type="presOf" srcId="{EFAE3EE5-98C9-467B-8EB6-6A05E336A63B}" destId="{58939E57-F9BC-410B-BEF1-49E8E888B1AA}" srcOrd="0" destOrd="0" presId="urn:microsoft.com/office/officeart/2008/layout/LinedList"/>
    <dgm:cxn modelId="{8DAC617F-D810-42E5-ADDC-516D262C15EB}" srcId="{EFAE3EE5-98C9-467B-8EB6-6A05E336A63B}" destId="{4D03E4F7-516D-4D3B-800C-390303FE20DB}" srcOrd="8" destOrd="0" parTransId="{8EA3857F-735E-4A1F-B832-2779D5EED6A5}" sibTransId="{E5237553-D485-4252-AF22-009F375B2F92}"/>
    <dgm:cxn modelId="{16B8668D-D57F-4140-885E-B845C96D19CA}" type="presOf" srcId="{342E5C6A-9816-4C4A-B679-BA486E183960}" destId="{E3ADB228-43FE-49ED-82B2-E832E0E9AFB3}" srcOrd="0" destOrd="0" presId="urn:microsoft.com/office/officeart/2008/layout/LinedList"/>
    <dgm:cxn modelId="{D856DB94-8D5F-474F-9E6F-020F09E1437C}" type="presOf" srcId="{E99CAA63-90EF-4B6A-8D4C-1FD74FFDC3BE}" destId="{41B0B70B-4E16-4224-A40A-B0F833B63796}" srcOrd="0" destOrd="0" presId="urn:microsoft.com/office/officeart/2008/layout/LinedList"/>
    <dgm:cxn modelId="{B3BD0B98-17DE-48B1-8F75-F2EECEF52CED}" type="presOf" srcId="{9AD719A8-69A5-4D66-997F-F7E865D4238B}" destId="{13CBA5ED-EF5F-4C19-B9BC-D0B344AAB7C1}" srcOrd="0" destOrd="0" presId="urn:microsoft.com/office/officeart/2008/layout/LinedList"/>
    <dgm:cxn modelId="{86A9E4A2-EEBC-4FE0-8AC9-40F8A54B50F6}" srcId="{EFAE3EE5-98C9-467B-8EB6-6A05E336A63B}" destId="{AF3990D3-2AF1-465D-AE6E-9427BC5977FA}" srcOrd="2" destOrd="0" parTransId="{89CC332F-C6F7-440E-B7C5-CB0FEBB8EF7A}" sibTransId="{63FBC930-A7E0-49CA-9519-3E9765CD5C14}"/>
    <dgm:cxn modelId="{AC71F6A3-3C76-4C73-9FE7-7C71D0F34FBF}" srcId="{EFAE3EE5-98C9-467B-8EB6-6A05E336A63B}" destId="{342E5C6A-9816-4C4A-B679-BA486E183960}" srcOrd="0" destOrd="0" parTransId="{932E3E6E-C67F-4E4E-9F2F-F99CDB614026}" sibTransId="{B6354557-6959-4C42-8A65-CBC775E8C8B4}"/>
    <dgm:cxn modelId="{143EB3B2-5E00-432B-AB27-81CF8EAC942D}" type="presOf" srcId="{AF3990D3-2AF1-465D-AE6E-9427BC5977FA}" destId="{2AB9156D-5A89-4C03-9929-0711C3A62333}" srcOrd="0" destOrd="0" presId="urn:microsoft.com/office/officeart/2008/layout/LinedList"/>
    <dgm:cxn modelId="{647F20C6-B54C-4381-9B32-0FFF2E81022B}" type="presOf" srcId="{4D03E4F7-516D-4D3B-800C-390303FE20DB}" destId="{4E445B06-A3EE-42B9-B3D0-3E46BAAD76E8}" srcOrd="0" destOrd="0" presId="urn:microsoft.com/office/officeart/2008/layout/LinedList"/>
    <dgm:cxn modelId="{FFD677CC-2E2B-49C3-86E0-BD6CD614109D}" srcId="{EFAE3EE5-98C9-467B-8EB6-6A05E336A63B}" destId="{E99CAA63-90EF-4B6A-8D4C-1FD74FFDC3BE}" srcOrd="7" destOrd="0" parTransId="{4BE862F4-1822-4A9B-AFD2-04EF57AFBA7B}" sibTransId="{92A201F4-0E4E-45AB-99FF-CF8D25F28641}"/>
    <dgm:cxn modelId="{6B204CD5-CA9B-48B0-AF1A-C34EAB751CB1}" type="presOf" srcId="{CC891B3E-4F83-4D78-B351-DEB08480BFDA}" destId="{B2BDE459-9178-45D9-A282-C16BA31831B1}" srcOrd="0" destOrd="0" presId="urn:microsoft.com/office/officeart/2008/layout/LinedList"/>
    <dgm:cxn modelId="{FA9A2FD6-0B20-4BCD-914B-1674BB49093F}" srcId="{EFAE3EE5-98C9-467B-8EB6-6A05E336A63B}" destId="{560B6211-29AB-4981-A2EF-1E7E8C69964F}" srcOrd="6" destOrd="0" parTransId="{52C0A41A-273A-4A75-96B7-7A09577FD4EF}" sibTransId="{2E0C334B-54B4-4888-B5EE-9B005029FEE4}"/>
    <dgm:cxn modelId="{672135F0-85D0-4FDC-9791-1D9305959D63}" type="presOf" srcId="{C587CB1C-BC8B-49D3-9E4D-25E7B148BB7E}" destId="{354BAE45-6344-45A8-B549-8C93A064E39E}" srcOrd="0" destOrd="0" presId="urn:microsoft.com/office/officeart/2008/layout/LinedList"/>
    <dgm:cxn modelId="{9EF125F3-CD4E-4879-A397-1E40DD29F6DA}" srcId="{EFAE3EE5-98C9-467B-8EB6-6A05E336A63B}" destId="{CC891B3E-4F83-4D78-B351-DEB08480BFDA}" srcOrd="5" destOrd="0" parTransId="{D116E114-BD29-4CDA-82C7-AB62BBD53E94}" sibTransId="{6BB2C044-1C32-471A-89F0-8E6A077ECC74}"/>
    <dgm:cxn modelId="{90A276FF-1806-4050-989D-8C21AB8E37EB}" type="presOf" srcId="{B304A8C4-C827-437B-BD7B-DE0398461F27}" destId="{20690237-96C2-4F6B-A7A6-78422A46D26D}" srcOrd="0" destOrd="0" presId="urn:microsoft.com/office/officeart/2008/layout/LinedList"/>
    <dgm:cxn modelId="{0E7626C2-7B73-4E7E-A0B0-D45B76D19798}" type="presParOf" srcId="{58939E57-F9BC-410B-BEF1-49E8E888B1AA}" destId="{6FEB0E9C-2360-4E64-9B23-7230C68522D7}" srcOrd="0" destOrd="0" presId="urn:microsoft.com/office/officeart/2008/layout/LinedList"/>
    <dgm:cxn modelId="{687E82C2-239F-4733-B384-022A05D39504}" type="presParOf" srcId="{58939E57-F9BC-410B-BEF1-49E8E888B1AA}" destId="{4AFA1792-1217-4196-A797-83891DA55E92}" srcOrd="1" destOrd="0" presId="urn:microsoft.com/office/officeart/2008/layout/LinedList"/>
    <dgm:cxn modelId="{0A70EB64-77BC-474B-B4F9-7B94908645A0}" type="presParOf" srcId="{4AFA1792-1217-4196-A797-83891DA55E92}" destId="{E3ADB228-43FE-49ED-82B2-E832E0E9AFB3}" srcOrd="0" destOrd="0" presId="urn:microsoft.com/office/officeart/2008/layout/LinedList"/>
    <dgm:cxn modelId="{A93AA9CB-00C3-4832-8BF1-F84AE8A4BF0E}" type="presParOf" srcId="{4AFA1792-1217-4196-A797-83891DA55E92}" destId="{2D06E5C4-0DD1-4B8A-87AC-BBCEA45FD380}" srcOrd="1" destOrd="0" presId="urn:microsoft.com/office/officeart/2008/layout/LinedList"/>
    <dgm:cxn modelId="{08C1E75D-FB54-4416-8A1F-7F416E0A5F07}" type="presParOf" srcId="{58939E57-F9BC-410B-BEF1-49E8E888B1AA}" destId="{BE4FDE47-2508-4EB2-923A-D99E7EDB4872}" srcOrd="2" destOrd="0" presId="urn:microsoft.com/office/officeart/2008/layout/LinedList"/>
    <dgm:cxn modelId="{D596DA74-C2A5-4962-AADA-DBC4B02C1094}" type="presParOf" srcId="{58939E57-F9BC-410B-BEF1-49E8E888B1AA}" destId="{7941CA80-99C5-4C2B-B256-7ECFB8EB9369}" srcOrd="3" destOrd="0" presId="urn:microsoft.com/office/officeart/2008/layout/LinedList"/>
    <dgm:cxn modelId="{7016F0E6-3EBD-4D44-A649-AE374E409468}" type="presParOf" srcId="{7941CA80-99C5-4C2B-B256-7ECFB8EB9369}" destId="{13CBA5ED-EF5F-4C19-B9BC-D0B344AAB7C1}" srcOrd="0" destOrd="0" presId="urn:microsoft.com/office/officeart/2008/layout/LinedList"/>
    <dgm:cxn modelId="{16624633-DF1E-4489-95BA-495D82DB3FDC}" type="presParOf" srcId="{7941CA80-99C5-4C2B-B256-7ECFB8EB9369}" destId="{14D51D1B-9F51-48BA-9606-991B5A97CC87}" srcOrd="1" destOrd="0" presId="urn:microsoft.com/office/officeart/2008/layout/LinedList"/>
    <dgm:cxn modelId="{7CC884B6-1F0B-4113-97C2-AED88219C6DC}" type="presParOf" srcId="{58939E57-F9BC-410B-BEF1-49E8E888B1AA}" destId="{B5A410DD-15DA-426B-9488-998EBE579F74}" srcOrd="4" destOrd="0" presId="urn:microsoft.com/office/officeart/2008/layout/LinedList"/>
    <dgm:cxn modelId="{F094476E-86A7-414C-86BF-5277914EB202}" type="presParOf" srcId="{58939E57-F9BC-410B-BEF1-49E8E888B1AA}" destId="{4D956216-7866-468E-B4FB-ED789834B2B0}" srcOrd="5" destOrd="0" presId="urn:microsoft.com/office/officeart/2008/layout/LinedList"/>
    <dgm:cxn modelId="{48F8740B-A52E-4557-B831-88EFE204E6B4}" type="presParOf" srcId="{4D956216-7866-468E-B4FB-ED789834B2B0}" destId="{2AB9156D-5A89-4C03-9929-0711C3A62333}" srcOrd="0" destOrd="0" presId="urn:microsoft.com/office/officeart/2008/layout/LinedList"/>
    <dgm:cxn modelId="{4B2217AA-C2C2-4F69-BC21-9EA3305C84C9}" type="presParOf" srcId="{4D956216-7866-468E-B4FB-ED789834B2B0}" destId="{8DF71C07-5BCD-4A90-B063-002832CAE184}" srcOrd="1" destOrd="0" presId="urn:microsoft.com/office/officeart/2008/layout/LinedList"/>
    <dgm:cxn modelId="{A2A31C5A-8199-4840-8C78-005A054A8455}" type="presParOf" srcId="{58939E57-F9BC-410B-BEF1-49E8E888B1AA}" destId="{803BAED2-46E0-4684-B36F-CCFC3A964F9E}" srcOrd="6" destOrd="0" presId="urn:microsoft.com/office/officeart/2008/layout/LinedList"/>
    <dgm:cxn modelId="{05504D16-8995-41F2-A1B6-F286B0C422AE}" type="presParOf" srcId="{58939E57-F9BC-410B-BEF1-49E8E888B1AA}" destId="{E6DD59A7-B1B5-4F92-8CCA-28FD3D7127A2}" srcOrd="7" destOrd="0" presId="urn:microsoft.com/office/officeart/2008/layout/LinedList"/>
    <dgm:cxn modelId="{EF37FE86-26E3-4688-8E68-3F2CCFB9D11B}" type="presParOf" srcId="{E6DD59A7-B1B5-4F92-8CCA-28FD3D7127A2}" destId="{56F72295-834F-4F81-B286-F596E282B5A2}" srcOrd="0" destOrd="0" presId="urn:microsoft.com/office/officeart/2008/layout/LinedList"/>
    <dgm:cxn modelId="{54511DF0-FF7A-4402-A51E-ABA7F715C96F}" type="presParOf" srcId="{E6DD59A7-B1B5-4F92-8CCA-28FD3D7127A2}" destId="{BA057537-F7DF-4568-8887-D48EED2167E5}" srcOrd="1" destOrd="0" presId="urn:microsoft.com/office/officeart/2008/layout/LinedList"/>
    <dgm:cxn modelId="{008D6DD1-D740-451F-A41F-7890CA6C1277}" type="presParOf" srcId="{58939E57-F9BC-410B-BEF1-49E8E888B1AA}" destId="{2D51FD71-387E-4C20-AEAB-4F8CE59E262C}" srcOrd="8" destOrd="0" presId="urn:microsoft.com/office/officeart/2008/layout/LinedList"/>
    <dgm:cxn modelId="{80AE2EB4-5AE4-4F32-AF6C-6A942676C5F7}" type="presParOf" srcId="{58939E57-F9BC-410B-BEF1-49E8E888B1AA}" destId="{E066897F-57FA-46FF-931F-BFC4180CFB5B}" srcOrd="9" destOrd="0" presId="urn:microsoft.com/office/officeart/2008/layout/LinedList"/>
    <dgm:cxn modelId="{7FF29946-B12B-4DAD-8674-8907E1475EEC}" type="presParOf" srcId="{E066897F-57FA-46FF-931F-BFC4180CFB5B}" destId="{354BAE45-6344-45A8-B549-8C93A064E39E}" srcOrd="0" destOrd="0" presId="urn:microsoft.com/office/officeart/2008/layout/LinedList"/>
    <dgm:cxn modelId="{FE5F177A-0216-41DB-8169-637F39C1051D}" type="presParOf" srcId="{E066897F-57FA-46FF-931F-BFC4180CFB5B}" destId="{1268A695-952E-4926-A41F-234C20CE8CD2}" srcOrd="1" destOrd="0" presId="urn:microsoft.com/office/officeart/2008/layout/LinedList"/>
    <dgm:cxn modelId="{52F4DF81-52F2-4BC4-8488-DD0F874FB82C}" type="presParOf" srcId="{58939E57-F9BC-410B-BEF1-49E8E888B1AA}" destId="{BFA58A69-29E3-4024-B535-980F5414942F}" srcOrd="10" destOrd="0" presId="urn:microsoft.com/office/officeart/2008/layout/LinedList"/>
    <dgm:cxn modelId="{EF22AFE4-0674-4720-A07A-9D965C988E58}" type="presParOf" srcId="{58939E57-F9BC-410B-BEF1-49E8E888B1AA}" destId="{20B1130B-9779-4A88-8628-F4869D639693}" srcOrd="11" destOrd="0" presId="urn:microsoft.com/office/officeart/2008/layout/LinedList"/>
    <dgm:cxn modelId="{3832DA85-2C99-4665-94F2-2485EBA2F397}" type="presParOf" srcId="{20B1130B-9779-4A88-8628-F4869D639693}" destId="{B2BDE459-9178-45D9-A282-C16BA31831B1}" srcOrd="0" destOrd="0" presId="urn:microsoft.com/office/officeart/2008/layout/LinedList"/>
    <dgm:cxn modelId="{7B0C5184-492F-4743-AFAA-D22B54D2128F}" type="presParOf" srcId="{20B1130B-9779-4A88-8628-F4869D639693}" destId="{F4F35862-EA2A-4629-B63D-102D98EDEB0F}" srcOrd="1" destOrd="0" presId="urn:microsoft.com/office/officeart/2008/layout/LinedList"/>
    <dgm:cxn modelId="{77A70155-408E-4783-B90C-5B63B9C6349F}" type="presParOf" srcId="{58939E57-F9BC-410B-BEF1-49E8E888B1AA}" destId="{EF817CF7-B9AC-44A8-BA86-684AA7DF71F6}" srcOrd="12" destOrd="0" presId="urn:microsoft.com/office/officeart/2008/layout/LinedList"/>
    <dgm:cxn modelId="{A7316A69-1DE7-43B3-89B5-62F2534DA335}" type="presParOf" srcId="{58939E57-F9BC-410B-BEF1-49E8E888B1AA}" destId="{9A7EC478-8941-4CBB-B29A-8FB523045685}" srcOrd="13" destOrd="0" presId="urn:microsoft.com/office/officeart/2008/layout/LinedList"/>
    <dgm:cxn modelId="{5F67B6A3-FB5C-41E5-A55B-CBC1BC6FD25C}" type="presParOf" srcId="{9A7EC478-8941-4CBB-B29A-8FB523045685}" destId="{88B3E123-24F6-4225-BF0A-3D71DE8C43E1}" srcOrd="0" destOrd="0" presId="urn:microsoft.com/office/officeart/2008/layout/LinedList"/>
    <dgm:cxn modelId="{F12AA428-C50B-430D-B0B6-659B6484FAE2}" type="presParOf" srcId="{9A7EC478-8941-4CBB-B29A-8FB523045685}" destId="{68430954-E380-47B9-873E-633E5EABA243}" srcOrd="1" destOrd="0" presId="urn:microsoft.com/office/officeart/2008/layout/LinedList"/>
    <dgm:cxn modelId="{DD97A40B-AE61-462D-B4B0-7848DC1192BE}" type="presParOf" srcId="{58939E57-F9BC-410B-BEF1-49E8E888B1AA}" destId="{2B7313BE-CCB3-4DEB-93E3-63392C0C4D3E}" srcOrd="14" destOrd="0" presId="urn:microsoft.com/office/officeart/2008/layout/LinedList"/>
    <dgm:cxn modelId="{F51DCE5D-7EE0-4C54-8BA4-180DA34A0AD5}" type="presParOf" srcId="{58939E57-F9BC-410B-BEF1-49E8E888B1AA}" destId="{ADDB9796-CA88-4027-952C-98EC5C774D19}" srcOrd="15" destOrd="0" presId="urn:microsoft.com/office/officeart/2008/layout/LinedList"/>
    <dgm:cxn modelId="{111AF6A2-88DC-4023-A93E-E02B1B72DD3C}" type="presParOf" srcId="{ADDB9796-CA88-4027-952C-98EC5C774D19}" destId="{41B0B70B-4E16-4224-A40A-B0F833B63796}" srcOrd="0" destOrd="0" presId="urn:microsoft.com/office/officeart/2008/layout/LinedList"/>
    <dgm:cxn modelId="{3B9B7791-FA6A-45B9-B704-40B140DAC22E}" type="presParOf" srcId="{ADDB9796-CA88-4027-952C-98EC5C774D19}" destId="{E4CFC8F9-4BE8-4F23-9CD3-34BA2F136CB8}" srcOrd="1" destOrd="0" presId="urn:microsoft.com/office/officeart/2008/layout/LinedList"/>
    <dgm:cxn modelId="{D93864C2-090B-4518-A0D2-C3FC9A25DDD1}" type="presParOf" srcId="{58939E57-F9BC-410B-BEF1-49E8E888B1AA}" destId="{0F303844-EDAB-41E6-9DF8-22075BA25D4B}" srcOrd="16" destOrd="0" presId="urn:microsoft.com/office/officeart/2008/layout/LinedList"/>
    <dgm:cxn modelId="{C51E5F4C-C288-4C5D-811D-AFECBDD2B61C}" type="presParOf" srcId="{58939E57-F9BC-410B-BEF1-49E8E888B1AA}" destId="{E134B7C4-7FC7-49E6-9510-BDE76BC56006}" srcOrd="17" destOrd="0" presId="urn:microsoft.com/office/officeart/2008/layout/LinedList"/>
    <dgm:cxn modelId="{F8146E35-28A2-44C7-A06E-F333F2A6A8DF}" type="presParOf" srcId="{E134B7C4-7FC7-49E6-9510-BDE76BC56006}" destId="{4E445B06-A3EE-42B9-B3D0-3E46BAAD76E8}" srcOrd="0" destOrd="0" presId="urn:microsoft.com/office/officeart/2008/layout/LinedList"/>
    <dgm:cxn modelId="{14B1274B-FF27-4007-B72C-3B566805BEA8}" type="presParOf" srcId="{E134B7C4-7FC7-49E6-9510-BDE76BC56006}" destId="{0293556A-3265-487F-9086-2676D0934D88}" srcOrd="1" destOrd="0" presId="urn:microsoft.com/office/officeart/2008/layout/LinedList"/>
    <dgm:cxn modelId="{B7916F53-2B1D-4A31-AD81-6BA47FCBE812}" type="presParOf" srcId="{58939E57-F9BC-410B-BEF1-49E8E888B1AA}" destId="{A0D4D3DA-CA0A-406A-9668-705CF074320F}" srcOrd="18" destOrd="0" presId="urn:microsoft.com/office/officeart/2008/layout/LinedList"/>
    <dgm:cxn modelId="{30A460F1-4410-4A6E-86FD-44F47CFE3054}" type="presParOf" srcId="{58939E57-F9BC-410B-BEF1-49E8E888B1AA}" destId="{FED0D5CA-2009-4D24-A159-E8C2423A2A52}" srcOrd="19" destOrd="0" presId="urn:microsoft.com/office/officeart/2008/layout/LinedList"/>
    <dgm:cxn modelId="{7A58D21D-61A2-4B50-BAE5-AD71CEDFFDB9}" type="presParOf" srcId="{FED0D5CA-2009-4D24-A159-E8C2423A2A52}" destId="{20690237-96C2-4F6B-A7A6-78422A46D26D}" srcOrd="0" destOrd="0" presId="urn:microsoft.com/office/officeart/2008/layout/LinedList"/>
    <dgm:cxn modelId="{3437A934-C718-4C83-A69F-92BF1087EAD3}" type="presParOf" srcId="{FED0D5CA-2009-4D24-A159-E8C2423A2A52}" destId="{52D321C8-9C45-489C-9F1B-99B800FB894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3823EDE-DB94-418D-BE82-EE70FDD4D0F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337B20-D9DD-4D93-9EBC-002B010D4D5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baseline="0" dirty="0"/>
            <a:t>UK landlords spend £500-£1,500 per tenancy on estate agent fees </a:t>
          </a:r>
          <a:endParaRPr lang="en-US" sz="2000" dirty="0"/>
        </a:p>
      </dgm:t>
    </dgm:pt>
    <dgm:pt modelId="{A53631E6-4C70-47C4-9383-0F11DF96D894}" type="parTrans" cxnId="{07BC2C0D-B523-4FB8-8E4D-A13001CEDFCD}">
      <dgm:prSet/>
      <dgm:spPr/>
      <dgm:t>
        <a:bodyPr/>
        <a:lstStyle/>
        <a:p>
          <a:endParaRPr lang="en-US"/>
        </a:p>
      </dgm:t>
    </dgm:pt>
    <dgm:pt modelId="{ABE3B5B7-4E77-49F0-845D-5EC5F796EC01}" type="sibTrans" cxnId="{07BC2C0D-B523-4FB8-8E4D-A13001CEDFCD}">
      <dgm:prSet/>
      <dgm:spPr/>
      <dgm:t>
        <a:bodyPr/>
        <a:lstStyle/>
        <a:p>
          <a:endParaRPr lang="en-US"/>
        </a:p>
      </dgm:t>
    </dgm:pt>
    <dgm:pt modelId="{EC273D57-D569-493D-8C56-0036EA054FC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baseline="0"/>
            <a:t>Most listings require agent intermediaries via Rightmove or Zoopla </a:t>
          </a:r>
          <a:endParaRPr lang="en-US" sz="2000"/>
        </a:p>
      </dgm:t>
    </dgm:pt>
    <dgm:pt modelId="{988CC092-9C18-4852-9502-F1A00FDAB1D1}" type="parTrans" cxnId="{95E2CBA6-8298-4323-966E-1A643DD416C2}">
      <dgm:prSet/>
      <dgm:spPr/>
      <dgm:t>
        <a:bodyPr/>
        <a:lstStyle/>
        <a:p>
          <a:endParaRPr lang="en-US"/>
        </a:p>
      </dgm:t>
    </dgm:pt>
    <dgm:pt modelId="{48D8FDD2-A2E2-4A19-89AF-6B5C02C84438}" type="sibTrans" cxnId="{95E2CBA6-8298-4323-966E-1A643DD416C2}">
      <dgm:prSet/>
      <dgm:spPr/>
      <dgm:t>
        <a:bodyPr/>
        <a:lstStyle/>
        <a:p>
          <a:endParaRPr lang="en-US"/>
        </a:p>
      </dgm:t>
    </dgm:pt>
    <dgm:pt modelId="{4194701D-B533-4B79-9040-5CAD1BEDBA7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baseline="0" dirty="0"/>
            <a:t>Small landlords make up the majority of UK rental supply yet bear the highest transactional costs </a:t>
          </a:r>
          <a:endParaRPr lang="en-US" sz="2000" dirty="0"/>
        </a:p>
      </dgm:t>
    </dgm:pt>
    <dgm:pt modelId="{0B9DF488-D194-4712-83E3-9D3C2D7A1684}" type="parTrans" cxnId="{75D1B9BA-7868-46AB-8776-9C04A4C0674A}">
      <dgm:prSet/>
      <dgm:spPr/>
      <dgm:t>
        <a:bodyPr/>
        <a:lstStyle/>
        <a:p>
          <a:endParaRPr lang="en-US"/>
        </a:p>
      </dgm:t>
    </dgm:pt>
    <dgm:pt modelId="{CA198A89-1C37-4048-B1CB-094756704B44}" type="sibTrans" cxnId="{75D1B9BA-7868-46AB-8776-9C04A4C0674A}">
      <dgm:prSet/>
      <dgm:spPr/>
      <dgm:t>
        <a:bodyPr/>
        <a:lstStyle/>
        <a:p>
          <a:endParaRPr lang="en-US"/>
        </a:p>
      </dgm:t>
    </dgm:pt>
    <dgm:pt modelId="{40E36B5E-6D1E-4A68-B54A-62518FDA3ED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baseline="0"/>
            <a:t>Existing direct-landlord platforms lack functionality, trust features, and usability </a:t>
          </a:r>
          <a:endParaRPr lang="en-US" sz="2000"/>
        </a:p>
      </dgm:t>
    </dgm:pt>
    <dgm:pt modelId="{9F0EF26A-9FB0-42CD-B8B5-32C23634325D}" type="parTrans" cxnId="{73FD55D3-9842-4F18-818F-A586899D1026}">
      <dgm:prSet/>
      <dgm:spPr/>
      <dgm:t>
        <a:bodyPr/>
        <a:lstStyle/>
        <a:p>
          <a:endParaRPr lang="en-US"/>
        </a:p>
      </dgm:t>
    </dgm:pt>
    <dgm:pt modelId="{5DC6A626-490E-464A-8DE8-4676E33A1EE4}" type="sibTrans" cxnId="{73FD55D3-9842-4F18-818F-A586899D1026}">
      <dgm:prSet/>
      <dgm:spPr/>
      <dgm:t>
        <a:bodyPr/>
        <a:lstStyle/>
        <a:p>
          <a:endParaRPr lang="en-US"/>
        </a:p>
      </dgm:t>
    </dgm:pt>
    <dgm:pt modelId="{6D9E2A6F-9E12-495D-AC8B-BB2D3319CEB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baseline="0"/>
            <a:t>No single platform covers the full rental lifecycle end-to-end </a:t>
          </a:r>
          <a:endParaRPr lang="en-US" sz="2000"/>
        </a:p>
      </dgm:t>
    </dgm:pt>
    <dgm:pt modelId="{3D0BA1A7-FBA1-4458-B5ED-363E0D9E2A01}" type="parTrans" cxnId="{AA85280D-321E-40D5-9984-91DCA3ABEAF7}">
      <dgm:prSet/>
      <dgm:spPr/>
      <dgm:t>
        <a:bodyPr/>
        <a:lstStyle/>
        <a:p>
          <a:endParaRPr lang="en-US"/>
        </a:p>
      </dgm:t>
    </dgm:pt>
    <dgm:pt modelId="{5800D11B-CDE3-4254-9368-01C0001D90D9}" type="sibTrans" cxnId="{AA85280D-321E-40D5-9984-91DCA3ABEAF7}">
      <dgm:prSet/>
      <dgm:spPr/>
      <dgm:t>
        <a:bodyPr/>
        <a:lstStyle/>
        <a:p>
          <a:endParaRPr lang="en-US"/>
        </a:p>
      </dgm:t>
    </dgm:pt>
    <dgm:pt modelId="{AC3EA756-7F72-43C9-A1A9-14268DD34EC0}" type="pres">
      <dgm:prSet presAssocID="{A3823EDE-DB94-418D-BE82-EE70FDD4D0F1}" presName="root" presStyleCnt="0">
        <dgm:presLayoutVars>
          <dgm:dir/>
          <dgm:resizeHandles val="exact"/>
        </dgm:presLayoutVars>
      </dgm:prSet>
      <dgm:spPr/>
    </dgm:pt>
    <dgm:pt modelId="{7F24FADA-2E63-47D5-A91A-370A155667BD}" type="pres">
      <dgm:prSet presAssocID="{0A337B20-D9DD-4D93-9EBC-002B010D4D5F}" presName="compNode" presStyleCnt="0"/>
      <dgm:spPr/>
    </dgm:pt>
    <dgm:pt modelId="{68A8992E-D381-4230-99DB-FBAC3036964B}" type="pres">
      <dgm:prSet presAssocID="{0A337B20-D9DD-4D93-9EBC-002B010D4D5F}" presName="bgRect" presStyleLbl="bgShp" presStyleIdx="0" presStyleCnt="5"/>
      <dgm:spPr/>
    </dgm:pt>
    <dgm:pt modelId="{E20296C1-861D-4A35-8281-B5EB6F3BCB4F}" type="pres">
      <dgm:prSet presAssocID="{0A337B20-D9DD-4D93-9EBC-002B010D4D5F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60502786-47DB-41A3-A4E1-4672073E1ECA}" type="pres">
      <dgm:prSet presAssocID="{0A337B20-D9DD-4D93-9EBC-002B010D4D5F}" presName="spaceRect" presStyleCnt="0"/>
      <dgm:spPr/>
    </dgm:pt>
    <dgm:pt modelId="{FBACF70F-2645-4700-81B3-6C8FEE832F95}" type="pres">
      <dgm:prSet presAssocID="{0A337B20-D9DD-4D93-9EBC-002B010D4D5F}" presName="parTx" presStyleLbl="revTx" presStyleIdx="0" presStyleCnt="5">
        <dgm:presLayoutVars>
          <dgm:chMax val="0"/>
          <dgm:chPref val="0"/>
        </dgm:presLayoutVars>
      </dgm:prSet>
      <dgm:spPr/>
    </dgm:pt>
    <dgm:pt modelId="{78B34E07-1B61-41AF-927B-F2991D955DF2}" type="pres">
      <dgm:prSet presAssocID="{ABE3B5B7-4E77-49F0-845D-5EC5F796EC01}" presName="sibTrans" presStyleCnt="0"/>
      <dgm:spPr/>
    </dgm:pt>
    <dgm:pt modelId="{AD69FF55-E572-4394-8EC5-52ED9EAB8F0D}" type="pres">
      <dgm:prSet presAssocID="{EC273D57-D569-493D-8C56-0036EA054FCF}" presName="compNode" presStyleCnt="0"/>
      <dgm:spPr/>
    </dgm:pt>
    <dgm:pt modelId="{7C139DC7-141E-4CFE-9E41-5648ECA92625}" type="pres">
      <dgm:prSet presAssocID="{EC273D57-D569-493D-8C56-0036EA054FCF}" presName="bgRect" presStyleLbl="bgShp" presStyleIdx="1" presStyleCnt="5"/>
      <dgm:spPr/>
    </dgm:pt>
    <dgm:pt modelId="{D367157E-A9C7-4FC9-BB39-410CFF9E6AC9}" type="pres">
      <dgm:prSet presAssocID="{EC273D57-D569-493D-8C56-0036EA054FCF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C716C42E-E0B2-488A-8436-F71CC7515B59}" type="pres">
      <dgm:prSet presAssocID="{EC273D57-D569-493D-8C56-0036EA054FCF}" presName="spaceRect" presStyleCnt="0"/>
      <dgm:spPr/>
    </dgm:pt>
    <dgm:pt modelId="{5F3628F0-1675-4841-A5CC-8B578BD771F8}" type="pres">
      <dgm:prSet presAssocID="{EC273D57-D569-493D-8C56-0036EA054FCF}" presName="parTx" presStyleLbl="revTx" presStyleIdx="1" presStyleCnt="5">
        <dgm:presLayoutVars>
          <dgm:chMax val="0"/>
          <dgm:chPref val="0"/>
        </dgm:presLayoutVars>
      </dgm:prSet>
      <dgm:spPr/>
    </dgm:pt>
    <dgm:pt modelId="{E67BA485-BA13-4CF0-B339-454C40FA0529}" type="pres">
      <dgm:prSet presAssocID="{48D8FDD2-A2E2-4A19-89AF-6B5C02C84438}" presName="sibTrans" presStyleCnt="0"/>
      <dgm:spPr/>
    </dgm:pt>
    <dgm:pt modelId="{A8650AF8-1913-411E-A4A7-23073D24A29D}" type="pres">
      <dgm:prSet presAssocID="{4194701D-B533-4B79-9040-5CAD1BEDBA7A}" presName="compNode" presStyleCnt="0"/>
      <dgm:spPr/>
    </dgm:pt>
    <dgm:pt modelId="{F1981A25-A192-4545-8B60-47B0F7F2B070}" type="pres">
      <dgm:prSet presAssocID="{4194701D-B533-4B79-9040-5CAD1BEDBA7A}" presName="bgRect" presStyleLbl="bgShp" presStyleIdx="2" presStyleCnt="5"/>
      <dgm:spPr/>
    </dgm:pt>
    <dgm:pt modelId="{00FA14F0-8AB3-463C-B91A-B99149DD1448}" type="pres">
      <dgm:prSet presAssocID="{4194701D-B533-4B79-9040-5CAD1BEDBA7A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E8FAD3AD-C598-4467-9547-BF38D07A6FCC}" type="pres">
      <dgm:prSet presAssocID="{4194701D-B533-4B79-9040-5CAD1BEDBA7A}" presName="spaceRect" presStyleCnt="0"/>
      <dgm:spPr/>
    </dgm:pt>
    <dgm:pt modelId="{ADD9E5A8-B3A7-40E4-9D86-67118C0B28DE}" type="pres">
      <dgm:prSet presAssocID="{4194701D-B533-4B79-9040-5CAD1BEDBA7A}" presName="parTx" presStyleLbl="revTx" presStyleIdx="2" presStyleCnt="5">
        <dgm:presLayoutVars>
          <dgm:chMax val="0"/>
          <dgm:chPref val="0"/>
        </dgm:presLayoutVars>
      </dgm:prSet>
      <dgm:spPr/>
    </dgm:pt>
    <dgm:pt modelId="{69EFC1C3-1CC1-4140-ABAB-603666883356}" type="pres">
      <dgm:prSet presAssocID="{CA198A89-1C37-4048-B1CB-094756704B44}" presName="sibTrans" presStyleCnt="0"/>
      <dgm:spPr/>
    </dgm:pt>
    <dgm:pt modelId="{9FC4EFAE-8012-478C-AE79-A895029D2DF8}" type="pres">
      <dgm:prSet presAssocID="{40E36B5E-6D1E-4A68-B54A-62518FDA3EDF}" presName="compNode" presStyleCnt="0"/>
      <dgm:spPr/>
    </dgm:pt>
    <dgm:pt modelId="{5E113009-9AEF-4647-BD0C-DB02DEADC5E3}" type="pres">
      <dgm:prSet presAssocID="{40E36B5E-6D1E-4A68-B54A-62518FDA3EDF}" presName="bgRect" presStyleLbl="bgShp" presStyleIdx="3" presStyleCnt="5"/>
      <dgm:spPr/>
    </dgm:pt>
    <dgm:pt modelId="{A82D62D7-0302-4E0D-B4E8-0582625D8FE3}" type="pres">
      <dgm:prSet presAssocID="{40E36B5E-6D1E-4A68-B54A-62518FDA3EDF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urban scene"/>
        </a:ext>
      </dgm:extLst>
    </dgm:pt>
    <dgm:pt modelId="{BD6E4DF7-0C34-4DE1-B050-8554BB613FCB}" type="pres">
      <dgm:prSet presAssocID="{40E36B5E-6D1E-4A68-B54A-62518FDA3EDF}" presName="spaceRect" presStyleCnt="0"/>
      <dgm:spPr/>
    </dgm:pt>
    <dgm:pt modelId="{10CF1469-8ADF-4739-A824-E17481A1A403}" type="pres">
      <dgm:prSet presAssocID="{40E36B5E-6D1E-4A68-B54A-62518FDA3EDF}" presName="parTx" presStyleLbl="revTx" presStyleIdx="3" presStyleCnt="5">
        <dgm:presLayoutVars>
          <dgm:chMax val="0"/>
          <dgm:chPref val="0"/>
        </dgm:presLayoutVars>
      </dgm:prSet>
      <dgm:spPr/>
    </dgm:pt>
    <dgm:pt modelId="{B9AAE382-0989-4195-A48E-CC415B2BAF08}" type="pres">
      <dgm:prSet presAssocID="{5DC6A626-490E-464A-8DE8-4676E33A1EE4}" presName="sibTrans" presStyleCnt="0"/>
      <dgm:spPr/>
    </dgm:pt>
    <dgm:pt modelId="{024D12FD-9652-4B38-9C76-1A5B9500B934}" type="pres">
      <dgm:prSet presAssocID="{6D9E2A6F-9E12-495D-AC8B-BB2D3319CEBC}" presName="compNode" presStyleCnt="0"/>
      <dgm:spPr/>
    </dgm:pt>
    <dgm:pt modelId="{5556337F-1B0B-4597-A84F-D10484AFAE1D}" type="pres">
      <dgm:prSet presAssocID="{6D9E2A6F-9E12-495D-AC8B-BB2D3319CEBC}" presName="bgRect" presStyleLbl="bgShp" presStyleIdx="4" presStyleCnt="5"/>
      <dgm:spPr/>
    </dgm:pt>
    <dgm:pt modelId="{5B0810D8-0D24-4F64-B4CA-7CE3353823D4}" type="pres">
      <dgm:prSet presAssocID="{6D9E2A6F-9E12-495D-AC8B-BB2D3319CEBC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30C69EE0-B323-49BA-BF18-5FB11A1B9D35}" type="pres">
      <dgm:prSet presAssocID="{6D9E2A6F-9E12-495D-AC8B-BB2D3319CEBC}" presName="spaceRect" presStyleCnt="0"/>
      <dgm:spPr/>
    </dgm:pt>
    <dgm:pt modelId="{8AE2CD70-3872-4AA9-B6BE-AFDC33FDDB42}" type="pres">
      <dgm:prSet presAssocID="{6D9E2A6F-9E12-495D-AC8B-BB2D3319CEBC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A85280D-321E-40D5-9984-91DCA3ABEAF7}" srcId="{A3823EDE-DB94-418D-BE82-EE70FDD4D0F1}" destId="{6D9E2A6F-9E12-495D-AC8B-BB2D3319CEBC}" srcOrd="4" destOrd="0" parTransId="{3D0BA1A7-FBA1-4458-B5ED-363E0D9E2A01}" sibTransId="{5800D11B-CDE3-4254-9368-01C0001D90D9}"/>
    <dgm:cxn modelId="{07BC2C0D-B523-4FB8-8E4D-A13001CEDFCD}" srcId="{A3823EDE-DB94-418D-BE82-EE70FDD4D0F1}" destId="{0A337B20-D9DD-4D93-9EBC-002B010D4D5F}" srcOrd="0" destOrd="0" parTransId="{A53631E6-4C70-47C4-9383-0F11DF96D894}" sibTransId="{ABE3B5B7-4E77-49F0-845D-5EC5F796EC01}"/>
    <dgm:cxn modelId="{15EBF82E-E991-44C8-ACE7-A93524012364}" type="presOf" srcId="{6D9E2A6F-9E12-495D-AC8B-BB2D3319CEBC}" destId="{8AE2CD70-3872-4AA9-B6BE-AFDC33FDDB42}" srcOrd="0" destOrd="0" presId="urn:microsoft.com/office/officeart/2018/2/layout/IconVerticalSolidList"/>
    <dgm:cxn modelId="{8B765E87-FC27-45A8-9924-E892E38E389C}" type="presOf" srcId="{EC273D57-D569-493D-8C56-0036EA054FCF}" destId="{5F3628F0-1675-4841-A5CC-8B578BD771F8}" srcOrd="0" destOrd="0" presId="urn:microsoft.com/office/officeart/2018/2/layout/IconVerticalSolidList"/>
    <dgm:cxn modelId="{D94F019A-3B25-4AC7-91BF-12D544D6A71F}" type="presOf" srcId="{4194701D-B533-4B79-9040-5CAD1BEDBA7A}" destId="{ADD9E5A8-B3A7-40E4-9D86-67118C0B28DE}" srcOrd="0" destOrd="0" presId="urn:microsoft.com/office/officeart/2018/2/layout/IconVerticalSolidList"/>
    <dgm:cxn modelId="{95E2CBA6-8298-4323-966E-1A643DD416C2}" srcId="{A3823EDE-DB94-418D-BE82-EE70FDD4D0F1}" destId="{EC273D57-D569-493D-8C56-0036EA054FCF}" srcOrd="1" destOrd="0" parTransId="{988CC092-9C18-4852-9502-F1A00FDAB1D1}" sibTransId="{48D8FDD2-A2E2-4A19-89AF-6B5C02C84438}"/>
    <dgm:cxn modelId="{75D1B9BA-7868-46AB-8776-9C04A4C0674A}" srcId="{A3823EDE-DB94-418D-BE82-EE70FDD4D0F1}" destId="{4194701D-B533-4B79-9040-5CAD1BEDBA7A}" srcOrd="2" destOrd="0" parTransId="{0B9DF488-D194-4712-83E3-9D3C2D7A1684}" sibTransId="{CA198A89-1C37-4048-B1CB-094756704B44}"/>
    <dgm:cxn modelId="{95116FBD-6364-42D7-9E2B-E256990B65F2}" type="presOf" srcId="{0A337B20-D9DD-4D93-9EBC-002B010D4D5F}" destId="{FBACF70F-2645-4700-81B3-6C8FEE832F95}" srcOrd="0" destOrd="0" presId="urn:microsoft.com/office/officeart/2018/2/layout/IconVerticalSolidList"/>
    <dgm:cxn modelId="{F93B5DCB-317A-4B4F-8146-E202FF024552}" type="presOf" srcId="{40E36B5E-6D1E-4A68-B54A-62518FDA3EDF}" destId="{10CF1469-8ADF-4739-A824-E17481A1A403}" srcOrd="0" destOrd="0" presId="urn:microsoft.com/office/officeart/2018/2/layout/IconVerticalSolidList"/>
    <dgm:cxn modelId="{73FD55D3-9842-4F18-818F-A586899D1026}" srcId="{A3823EDE-DB94-418D-BE82-EE70FDD4D0F1}" destId="{40E36B5E-6D1E-4A68-B54A-62518FDA3EDF}" srcOrd="3" destOrd="0" parTransId="{9F0EF26A-9FB0-42CD-B8B5-32C23634325D}" sibTransId="{5DC6A626-490E-464A-8DE8-4676E33A1EE4}"/>
    <dgm:cxn modelId="{E7E3C2FC-C905-4BFA-AFC7-739F9D72363F}" type="presOf" srcId="{A3823EDE-DB94-418D-BE82-EE70FDD4D0F1}" destId="{AC3EA756-7F72-43C9-A1A9-14268DD34EC0}" srcOrd="0" destOrd="0" presId="urn:microsoft.com/office/officeart/2018/2/layout/IconVerticalSolidList"/>
    <dgm:cxn modelId="{361CDC23-6886-41D7-B65A-84AE5584A68C}" type="presParOf" srcId="{AC3EA756-7F72-43C9-A1A9-14268DD34EC0}" destId="{7F24FADA-2E63-47D5-A91A-370A155667BD}" srcOrd="0" destOrd="0" presId="urn:microsoft.com/office/officeart/2018/2/layout/IconVerticalSolidList"/>
    <dgm:cxn modelId="{5703795B-2580-4585-8ACB-500374B8B1F8}" type="presParOf" srcId="{7F24FADA-2E63-47D5-A91A-370A155667BD}" destId="{68A8992E-D381-4230-99DB-FBAC3036964B}" srcOrd="0" destOrd="0" presId="urn:microsoft.com/office/officeart/2018/2/layout/IconVerticalSolidList"/>
    <dgm:cxn modelId="{2662CD33-42E2-4CF8-8902-A9094CD79836}" type="presParOf" srcId="{7F24FADA-2E63-47D5-A91A-370A155667BD}" destId="{E20296C1-861D-4A35-8281-B5EB6F3BCB4F}" srcOrd="1" destOrd="0" presId="urn:microsoft.com/office/officeart/2018/2/layout/IconVerticalSolidList"/>
    <dgm:cxn modelId="{F33FE044-DEA5-48C1-A340-0D9FAEA9150A}" type="presParOf" srcId="{7F24FADA-2E63-47D5-A91A-370A155667BD}" destId="{60502786-47DB-41A3-A4E1-4672073E1ECA}" srcOrd="2" destOrd="0" presId="urn:microsoft.com/office/officeart/2018/2/layout/IconVerticalSolidList"/>
    <dgm:cxn modelId="{EC4FF28F-B462-4944-83DC-941C2E8B6B41}" type="presParOf" srcId="{7F24FADA-2E63-47D5-A91A-370A155667BD}" destId="{FBACF70F-2645-4700-81B3-6C8FEE832F95}" srcOrd="3" destOrd="0" presId="urn:microsoft.com/office/officeart/2018/2/layout/IconVerticalSolidList"/>
    <dgm:cxn modelId="{A05289C7-69DF-4076-A9D6-BD8AA58AF013}" type="presParOf" srcId="{AC3EA756-7F72-43C9-A1A9-14268DD34EC0}" destId="{78B34E07-1B61-41AF-927B-F2991D955DF2}" srcOrd="1" destOrd="0" presId="urn:microsoft.com/office/officeart/2018/2/layout/IconVerticalSolidList"/>
    <dgm:cxn modelId="{C7BD9E70-A524-48D4-A36B-8912273CEA2B}" type="presParOf" srcId="{AC3EA756-7F72-43C9-A1A9-14268DD34EC0}" destId="{AD69FF55-E572-4394-8EC5-52ED9EAB8F0D}" srcOrd="2" destOrd="0" presId="urn:microsoft.com/office/officeart/2018/2/layout/IconVerticalSolidList"/>
    <dgm:cxn modelId="{E34D145D-86F2-4277-B1C1-C1F27F446CF6}" type="presParOf" srcId="{AD69FF55-E572-4394-8EC5-52ED9EAB8F0D}" destId="{7C139DC7-141E-4CFE-9E41-5648ECA92625}" srcOrd="0" destOrd="0" presId="urn:microsoft.com/office/officeart/2018/2/layout/IconVerticalSolidList"/>
    <dgm:cxn modelId="{32523346-6051-408C-B9BC-1D52BDA51F6C}" type="presParOf" srcId="{AD69FF55-E572-4394-8EC5-52ED9EAB8F0D}" destId="{D367157E-A9C7-4FC9-BB39-410CFF9E6AC9}" srcOrd="1" destOrd="0" presId="urn:microsoft.com/office/officeart/2018/2/layout/IconVerticalSolidList"/>
    <dgm:cxn modelId="{E82AC05E-F2BE-4D48-A1ED-8DE9AB1BBB81}" type="presParOf" srcId="{AD69FF55-E572-4394-8EC5-52ED9EAB8F0D}" destId="{C716C42E-E0B2-488A-8436-F71CC7515B59}" srcOrd="2" destOrd="0" presId="urn:microsoft.com/office/officeart/2018/2/layout/IconVerticalSolidList"/>
    <dgm:cxn modelId="{DF89C916-8621-425F-85F3-457997A24C78}" type="presParOf" srcId="{AD69FF55-E572-4394-8EC5-52ED9EAB8F0D}" destId="{5F3628F0-1675-4841-A5CC-8B578BD771F8}" srcOrd="3" destOrd="0" presId="urn:microsoft.com/office/officeart/2018/2/layout/IconVerticalSolidList"/>
    <dgm:cxn modelId="{8BA41275-95E6-414E-BDEE-A7AA1AD4AA62}" type="presParOf" srcId="{AC3EA756-7F72-43C9-A1A9-14268DD34EC0}" destId="{E67BA485-BA13-4CF0-B339-454C40FA0529}" srcOrd="3" destOrd="0" presId="urn:microsoft.com/office/officeart/2018/2/layout/IconVerticalSolidList"/>
    <dgm:cxn modelId="{245D22D4-AB08-4FD9-BD2D-408803EFE8F4}" type="presParOf" srcId="{AC3EA756-7F72-43C9-A1A9-14268DD34EC0}" destId="{A8650AF8-1913-411E-A4A7-23073D24A29D}" srcOrd="4" destOrd="0" presId="urn:microsoft.com/office/officeart/2018/2/layout/IconVerticalSolidList"/>
    <dgm:cxn modelId="{6EE33D4E-0B18-404A-9476-B559BD344286}" type="presParOf" srcId="{A8650AF8-1913-411E-A4A7-23073D24A29D}" destId="{F1981A25-A192-4545-8B60-47B0F7F2B070}" srcOrd="0" destOrd="0" presId="urn:microsoft.com/office/officeart/2018/2/layout/IconVerticalSolidList"/>
    <dgm:cxn modelId="{23CC6DC3-2B1C-4E5E-A847-B83C8E7646E6}" type="presParOf" srcId="{A8650AF8-1913-411E-A4A7-23073D24A29D}" destId="{00FA14F0-8AB3-463C-B91A-B99149DD1448}" srcOrd="1" destOrd="0" presId="urn:microsoft.com/office/officeart/2018/2/layout/IconVerticalSolidList"/>
    <dgm:cxn modelId="{EEB79EA0-6DEB-4871-834B-5470D0526B22}" type="presParOf" srcId="{A8650AF8-1913-411E-A4A7-23073D24A29D}" destId="{E8FAD3AD-C598-4467-9547-BF38D07A6FCC}" srcOrd="2" destOrd="0" presId="urn:microsoft.com/office/officeart/2018/2/layout/IconVerticalSolidList"/>
    <dgm:cxn modelId="{C5F70EC1-6F4D-4F4F-B3B0-BD55B4A78784}" type="presParOf" srcId="{A8650AF8-1913-411E-A4A7-23073D24A29D}" destId="{ADD9E5A8-B3A7-40E4-9D86-67118C0B28DE}" srcOrd="3" destOrd="0" presId="urn:microsoft.com/office/officeart/2018/2/layout/IconVerticalSolidList"/>
    <dgm:cxn modelId="{20F77341-0993-4154-B6EE-3900691E02B9}" type="presParOf" srcId="{AC3EA756-7F72-43C9-A1A9-14268DD34EC0}" destId="{69EFC1C3-1CC1-4140-ABAB-603666883356}" srcOrd="5" destOrd="0" presId="urn:microsoft.com/office/officeart/2018/2/layout/IconVerticalSolidList"/>
    <dgm:cxn modelId="{29AD331D-C7EB-49D8-BCBF-F91F5A67C58D}" type="presParOf" srcId="{AC3EA756-7F72-43C9-A1A9-14268DD34EC0}" destId="{9FC4EFAE-8012-478C-AE79-A895029D2DF8}" srcOrd="6" destOrd="0" presId="urn:microsoft.com/office/officeart/2018/2/layout/IconVerticalSolidList"/>
    <dgm:cxn modelId="{A7691B7A-6901-454A-AEC9-3B5D194090C3}" type="presParOf" srcId="{9FC4EFAE-8012-478C-AE79-A895029D2DF8}" destId="{5E113009-9AEF-4647-BD0C-DB02DEADC5E3}" srcOrd="0" destOrd="0" presId="urn:microsoft.com/office/officeart/2018/2/layout/IconVerticalSolidList"/>
    <dgm:cxn modelId="{00DFB61B-42D5-4602-BE5F-3E0EB1F45884}" type="presParOf" srcId="{9FC4EFAE-8012-478C-AE79-A895029D2DF8}" destId="{A82D62D7-0302-4E0D-B4E8-0582625D8FE3}" srcOrd="1" destOrd="0" presId="urn:microsoft.com/office/officeart/2018/2/layout/IconVerticalSolidList"/>
    <dgm:cxn modelId="{E6D27E4B-7D33-42FB-8F75-1BB66E561C3F}" type="presParOf" srcId="{9FC4EFAE-8012-478C-AE79-A895029D2DF8}" destId="{BD6E4DF7-0C34-4DE1-B050-8554BB613FCB}" srcOrd="2" destOrd="0" presId="urn:microsoft.com/office/officeart/2018/2/layout/IconVerticalSolidList"/>
    <dgm:cxn modelId="{9A7AEE0B-39F6-47C4-B7D4-8710F1D55672}" type="presParOf" srcId="{9FC4EFAE-8012-478C-AE79-A895029D2DF8}" destId="{10CF1469-8ADF-4739-A824-E17481A1A403}" srcOrd="3" destOrd="0" presId="urn:microsoft.com/office/officeart/2018/2/layout/IconVerticalSolidList"/>
    <dgm:cxn modelId="{D5AA1C8A-49B3-4EF9-8265-83AB731F0930}" type="presParOf" srcId="{AC3EA756-7F72-43C9-A1A9-14268DD34EC0}" destId="{B9AAE382-0989-4195-A48E-CC415B2BAF08}" srcOrd="7" destOrd="0" presId="urn:microsoft.com/office/officeart/2018/2/layout/IconVerticalSolidList"/>
    <dgm:cxn modelId="{C255190C-F11A-4BCB-B17D-B5852342D563}" type="presParOf" srcId="{AC3EA756-7F72-43C9-A1A9-14268DD34EC0}" destId="{024D12FD-9652-4B38-9C76-1A5B9500B934}" srcOrd="8" destOrd="0" presId="urn:microsoft.com/office/officeart/2018/2/layout/IconVerticalSolidList"/>
    <dgm:cxn modelId="{213E1B64-C2F0-4436-955E-DDCC6D21C302}" type="presParOf" srcId="{024D12FD-9652-4B38-9C76-1A5B9500B934}" destId="{5556337F-1B0B-4597-A84F-D10484AFAE1D}" srcOrd="0" destOrd="0" presId="urn:microsoft.com/office/officeart/2018/2/layout/IconVerticalSolidList"/>
    <dgm:cxn modelId="{8DE9A69C-FF6C-4AF9-97F4-618810DE5513}" type="presParOf" srcId="{024D12FD-9652-4B38-9C76-1A5B9500B934}" destId="{5B0810D8-0D24-4F64-B4CA-7CE3353823D4}" srcOrd="1" destOrd="0" presId="urn:microsoft.com/office/officeart/2018/2/layout/IconVerticalSolidList"/>
    <dgm:cxn modelId="{F91F90E9-B99C-4B7D-A992-8A8FD192F6A2}" type="presParOf" srcId="{024D12FD-9652-4B38-9C76-1A5B9500B934}" destId="{30C69EE0-B323-49BA-BF18-5FB11A1B9D35}" srcOrd="2" destOrd="0" presId="urn:microsoft.com/office/officeart/2018/2/layout/IconVerticalSolidList"/>
    <dgm:cxn modelId="{3BA27E66-9C57-4F41-B8B7-01D6501710F2}" type="presParOf" srcId="{024D12FD-9652-4B38-9C76-1A5B9500B934}" destId="{8AE2CD70-3872-4AA9-B6BE-AFDC33FDDB4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908E9A0-263D-4E81-9F0F-1E15D7772A2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6921B78-DB00-4634-AC8A-C37E217CFA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High intermediary costs reduce landlord profitability and increase tenant rents </a:t>
          </a:r>
          <a:endParaRPr lang="en-US"/>
        </a:p>
      </dgm:t>
    </dgm:pt>
    <dgm:pt modelId="{1085460F-5D4D-4FF0-8EBE-FE2BAAFCFD87}" type="parTrans" cxnId="{A95011A1-2E79-45C0-99E0-32E9481FC2F8}">
      <dgm:prSet/>
      <dgm:spPr/>
      <dgm:t>
        <a:bodyPr/>
        <a:lstStyle/>
        <a:p>
          <a:endParaRPr lang="en-US"/>
        </a:p>
      </dgm:t>
    </dgm:pt>
    <dgm:pt modelId="{51EC7A9F-EBF8-49FD-B89C-228AAA14A7C1}" type="sibTrans" cxnId="{A95011A1-2E79-45C0-99E0-32E9481FC2F8}">
      <dgm:prSet/>
      <dgm:spPr/>
      <dgm:t>
        <a:bodyPr/>
        <a:lstStyle/>
        <a:p>
          <a:endParaRPr lang="en-US"/>
        </a:p>
      </dgm:t>
    </dgm:pt>
    <dgm:pt modelId="{EBAF23B6-683D-4E45-8AFD-F8ED53C06F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Tenants face fragmented experiences across multiple platforms </a:t>
          </a:r>
          <a:endParaRPr lang="en-US"/>
        </a:p>
      </dgm:t>
    </dgm:pt>
    <dgm:pt modelId="{702542D4-3BB1-4FAC-865A-0ECFF6653BC8}" type="parTrans" cxnId="{AC7D1E5A-185C-4C7A-B9EE-3CC7E0F4E1C6}">
      <dgm:prSet/>
      <dgm:spPr/>
      <dgm:t>
        <a:bodyPr/>
        <a:lstStyle/>
        <a:p>
          <a:endParaRPr lang="en-US"/>
        </a:p>
      </dgm:t>
    </dgm:pt>
    <dgm:pt modelId="{DE5CEA34-2445-488C-A34D-AD6139E104D0}" type="sibTrans" cxnId="{AC7D1E5A-185C-4C7A-B9EE-3CC7E0F4E1C6}">
      <dgm:prSet/>
      <dgm:spPr/>
      <dgm:t>
        <a:bodyPr/>
        <a:lstStyle/>
        <a:p>
          <a:endParaRPr lang="en-US"/>
        </a:p>
      </dgm:t>
    </dgm:pt>
    <dgm:pt modelId="{CE5E3C62-2EC4-426D-86A5-EF7B3E0A83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Verification, communication, scheduling, and payment are handled separately </a:t>
          </a:r>
          <a:endParaRPr lang="en-US"/>
        </a:p>
      </dgm:t>
    </dgm:pt>
    <dgm:pt modelId="{9585C8A9-BE5B-4882-9240-13AFCAB170C3}" type="parTrans" cxnId="{C92BF240-74D4-4AED-8916-C3778AAFA574}">
      <dgm:prSet/>
      <dgm:spPr/>
      <dgm:t>
        <a:bodyPr/>
        <a:lstStyle/>
        <a:p>
          <a:endParaRPr lang="en-US"/>
        </a:p>
      </dgm:t>
    </dgm:pt>
    <dgm:pt modelId="{3D338E6F-CA6D-4EC9-8598-1A336C6124CC}" type="sibTrans" cxnId="{C92BF240-74D4-4AED-8916-C3778AAFA574}">
      <dgm:prSet/>
      <dgm:spPr/>
      <dgm:t>
        <a:bodyPr/>
        <a:lstStyle/>
        <a:p>
          <a:endParaRPr lang="en-US"/>
        </a:p>
      </dgm:t>
    </dgm:pt>
    <dgm:pt modelId="{3A5AFA8A-E444-44C9-A9F4-DA4330EF79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There is a clear market demand for an integrated, cost-reducing direct rental solution</a:t>
          </a:r>
          <a:endParaRPr lang="en-US"/>
        </a:p>
      </dgm:t>
    </dgm:pt>
    <dgm:pt modelId="{3B090977-D9FF-4A89-BCA6-555BD83664B9}" type="parTrans" cxnId="{152834FA-0CC3-423A-AEDC-FE21AA8BB368}">
      <dgm:prSet/>
      <dgm:spPr/>
      <dgm:t>
        <a:bodyPr/>
        <a:lstStyle/>
        <a:p>
          <a:endParaRPr lang="en-US"/>
        </a:p>
      </dgm:t>
    </dgm:pt>
    <dgm:pt modelId="{61987AE4-86F9-4631-B5D9-6E03347C72E6}" type="sibTrans" cxnId="{152834FA-0CC3-423A-AEDC-FE21AA8BB368}">
      <dgm:prSet/>
      <dgm:spPr/>
      <dgm:t>
        <a:bodyPr/>
        <a:lstStyle/>
        <a:p>
          <a:endParaRPr lang="en-US"/>
        </a:p>
      </dgm:t>
    </dgm:pt>
    <dgm:pt modelId="{B7A8EA25-97A8-4FD0-A9CD-6BA5FB1AA3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DirectLet aims to eliminate the agent while preserving trust and efficiency </a:t>
          </a:r>
          <a:endParaRPr lang="en-US" dirty="0"/>
        </a:p>
      </dgm:t>
    </dgm:pt>
    <dgm:pt modelId="{60B6D7B8-FA19-495A-B79F-EFB0E51623B4}" type="parTrans" cxnId="{33C306C4-96C4-4095-903E-5A301E8595AF}">
      <dgm:prSet/>
      <dgm:spPr/>
      <dgm:t>
        <a:bodyPr/>
        <a:lstStyle/>
        <a:p>
          <a:endParaRPr lang="en-US"/>
        </a:p>
      </dgm:t>
    </dgm:pt>
    <dgm:pt modelId="{BF70A1A5-682B-4799-8EF2-A61C763B7F66}" type="sibTrans" cxnId="{33C306C4-96C4-4095-903E-5A301E8595AF}">
      <dgm:prSet/>
      <dgm:spPr/>
      <dgm:t>
        <a:bodyPr/>
        <a:lstStyle/>
        <a:p>
          <a:endParaRPr lang="en-US"/>
        </a:p>
      </dgm:t>
    </dgm:pt>
    <dgm:pt modelId="{A9AD51E5-5B7D-4126-82A0-02C63536DD19}" type="pres">
      <dgm:prSet presAssocID="{4908E9A0-263D-4E81-9F0F-1E15D7772A2F}" presName="root" presStyleCnt="0">
        <dgm:presLayoutVars>
          <dgm:dir/>
          <dgm:resizeHandles val="exact"/>
        </dgm:presLayoutVars>
      </dgm:prSet>
      <dgm:spPr/>
    </dgm:pt>
    <dgm:pt modelId="{57FED941-0F9A-429E-8159-A902A9276A9B}" type="pres">
      <dgm:prSet presAssocID="{26921B78-DB00-4634-AC8A-C37E217CFAB2}" presName="compNode" presStyleCnt="0"/>
      <dgm:spPr/>
    </dgm:pt>
    <dgm:pt modelId="{71F65A94-3C31-4045-8FF4-DB806D26C602}" type="pres">
      <dgm:prSet presAssocID="{26921B78-DB00-4634-AC8A-C37E217CFAB2}" presName="bgRect" presStyleLbl="bgShp" presStyleIdx="0" presStyleCnt="5"/>
      <dgm:spPr/>
    </dgm:pt>
    <dgm:pt modelId="{65B54723-1116-4B95-8D91-0A2EF9BA3119}" type="pres">
      <dgm:prSet presAssocID="{26921B78-DB00-4634-AC8A-C37E217CFAB2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B6988A25-7EEC-40AE-B0FF-183C8D80B009}" type="pres">
      <dgm:prSet presAssocID="{26921B78-DB00-4634-AC8A-C37E217CFAB2}" presName="spaceRect" presStyleCnt="0"/>
      <dgm:spPr/>
    </dgm:pt>
    <dgm:pt modelId="{870856DB-BE7A-48A1-A685-5DDDA7A15E6A}" type="pres">
      <dgm:prSet presAssocID="{26921B78-DB00-4634-AC8A-C37E217CFAB2}" presName="parTx" presStyleLbl="revTx" presStyleIdx="0" presStyleCnt="5">
        <dgm:presLayoutVars>
          <dgm:chMax val="0"/>
          <dgm:chPref val="0"/>
        </dgm:presLayoutVars>
      </dgm:prSet>
      <dgm:spPr/>
    </dgm:pt>
    <dgm:pt modelId="{706E2BE0-1713-4626-ADAA-0B079BFF4161}" type="pres">
      <dgm:prSet presAssocID="{51EC7A9F-EBF8-49FD-B89C-228AAA14A7C1}" presName="sibTrans" presStyleCnt="0"/>
      <dgm:spPr/>
    </dgm:pt>
    <dgm:pt modelId="{2C74C69E-9F65-41C8-8CA8-0868E8972C2A}" type="pres">
      <dgm:prSet presAssocID="{EBAF23B6-683D-4E45-8AFD-F8ED53C06F0B}" presName="compNode" presStyleCnt="0"/>
      <dgm:spPr/>
    </dgm:pt>
    <dgm:pt modelId="{66146FEC-CB83-409B-97A6-DDC2CA37F2C7}" type="pres">
      <dgm:prSet presAssocID="{EBAF23B6-683D-4E45-8AFD-F8ED53C06F0B}" presName="bgRect" presStyleLbl="bgShp" presStyleIdx="1" presStyleCnt="5"/>
      <dgm:spPr/>
    </dgm:pt>
    <dgm:pt modelId="{DB70F87F-390E-4BD9-836B-214D2903B2BB}" type="pres">
      <dgm:prSet presAssocID="{EBAF23B6-683D-4E45-8AFD-F8ED53C06F0B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21C592BB-05B5-443B-BF57-6DB458638174}" type="pres">
      <dgm:prSet presAssocID="{EBAF23B6-683D-4E45-8AFD-F8ED53C06F0B}" presName="spaceRect" presStyleCnt="0"/>
      <dgm:spPr/>
    </dgm:pt>
    <dgm:pt modelId="{B6AF4477-130F-41CF-B491-C23497EFA49A}" type="pres">
      <dgm:prSet presAssocID="{EBAF23B6-683D-4E45-8AFD-F8ED53C06F0B}" presName="parTx" presStyleLbl="revTx" presStyleIdx="1" presStyleCnt="5">
        <dgm:presLayoutVars>
          <dgm:chMax val="0"/>
          <dgm:chPref val="0"/>
        </dgm:presLayoutVars>
      </dgm:prSet>
      <dgm:spPr/>
    </dgm:pt>
    <dgm:pt modelId="{93D89411-6471-4981-AD0C-8A0B96C41A80}" type="pres">
      <dgm:prSet presAssocID="{DE5CEA34-2445-488C-A34D-AD6139E104D0}" presName="sibTrans" presStyleCnt="0"/>
      <dgm:spPr/>
    </dgm:pt>
    <dgm:pt modelId="{3F6A1F12-A397-47BA-9D36-BF665FAFC5D1}" type="pres">
      <dgm:prSet presAssocID="{CE5E3C62-2EC4-426D-86A5-EF7B3E0A830E}" presName="compNode" presStyleCnt="0"/>
      <dgm:spPr/>
    </dgm:pt>
    <dgm:pt modelId="{9B279F03-2548-409D-8159-EDCCDEF4EC69}" type="pres">
      <dgm:prSet presAssocID="{CE5E3C62-2EC4-426D-86A5-EF7B3E0A830E}" presName="bgRect" presStyleLbl="bgShp" presStyleIdx="2" presStyleCnt="5"/>
      <dgm:spPr/>
    </dgm:pt>
    <dgm:pt modelId="{BC601825-93D6-493D-8BB9-C47118C5CC6B}" type="pres">
      <dgm:prSet presAssocID="{CE5E3C62-2EC4-426D-86A5-EF7B3E0A830E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98B24D36-90C8-4563-B702-E5C67E394D00}" type="pres">
      <dgm:prSet presAssocID="{CE5E3C62-2EC4-426D-86A5-EF7B3E0A830E}" presName="spaceRect" presStyleCnt="0"/>
      <dgm:spPr/>
    </dgm:pt>
    <dgm:pt modelId="{96D03BA2-6576-4236-AE21-F260F0CA49D8}" type="pres">
      <dgm:prSet presAssocID="{CE5E3C62-2EC4-426D-86A5-EF7B3E0A830E}" presName="parTx" presStyleLbl="revTx" presStyleIdx="2" presStyleCnt="5">
        <dgm:presLayoutVars>
          <dgm:chMax val="0"/>
          <dgm:chPref val="0"/>
        </dgm:presLayoutVars>
      </dgm:prSet>
      <dgm:spPr/>
    </dgm:pt>
    <dgm:pt modelId="{949BACB9-D74B-41AE-B94B-179507B8BFDD}" type="pres">
      <dgm:prSet presAssocID="{3D338E6F-CA6D-4EC9-8598-1A336C6124CC}" presName="sibTrans" presStyleCnt="0"/>
      <dgm:spPr/>
    </dgm:pt>
    <dgm:pt modelId="{8CF7B9D9-1ACF-4A0D-9F1B-FAE1EDE9CD77}" type="pres">
      <dgm:prSet presAssocID="{3A5AFA8A-E444-44C9-A9F4-DA4330EF79CF}" presName="compNode" presStyleCnt="0"/>
      <dgm:spPr/>
    </dgm:pt>
    <dgm:pt modelId="{CBF307CB-02CF-41FA-96A0-CDCE20B2117F}" type="pres">
      <dgm:prSet presAssocID="{3A5AFA8A-E444-44C9-A9F4-DA4330EF79CF}" presName="bgRect" presStyleLbl="bgShp" presStyleIdx="3" presStyleCnt="5"/>
      <dgm:spPr/>
    </dgm:pt>
    <dgm:pt modelId="{E66DD453-CB88-4DCE-AED8-BE6DF04B46B7}" type="pres">
      <dgm:prSet presAssocID="{3A5AFA8A-E444-44C9-A9F4-DA4330EF79CF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ilding"/>
        </a:ext>
      </dgm:extLst>
    </dgm:pt>
    <dgm:pt modelId="{FDB8F03D-2B13-4F46-9722-D88EF9505315}" type="pres">
      <dgm:prSet presAssocID="{3A5AFA8A-E444-44C9-A9F4-DA4330EF79CF}" presName="spaceRect" presStyleCnt="0"/>
      <dgm:spPr/>
    </dgm:pt>
    <dgm:pt modelId="{9F367A1C-51BC-4421-9539-973F737FF348}" type="pres">
      <dgm:prSet presAssocID="{3A5AFA8A-E444-44C9-A9F4-DA4330EF79CF}" presName="parTx" presStyleLbl="revTx" presStyleIdx="3" presStyleCnt="5">
        <dgm:presLayoutVars>
          <dgm:chMax val="0"/>
          <dgm:chPref val="0"/>
        </dgm:presLayoutVars>
      </dgm:prSet>
      <dgm:spPr/>
    </dgm:pt>
    <dgm:pt modelId="{592F4B62-7DA9-4C49-98BF-0499C9F8AE8B}" type="pres">
      <dgm:prSet presAssocID="{61987AE4-86F9-4631-B5D9-6E03347C72E6}" presName="sibTrans" presStyleCnt="0"/>
      <dgm:spPr/>
    </dgm:pt>
    <dgm:pt modelId="{462A396A-CE38-46B0-9502-553F03C0706C}" type="pres">
      <dgm:prSet presAssocID="{B7A8EA25-97A8-4FD0-A9CD-6BA5FB1AA38F}" presName="compNode" presStyleCnt="0"/>
      <dgm:spPr/>
    </dgm:pt>
    <dgm:pt modelId="{D40BCCD7-B2B2-4BF8-884C-911D5473F7B2}" type="pres">
      <dgm:prSet presAssocID="{B7A8EA25-97A8-4FD0-A9CD-6BA5FB1AA38F}" presName="bgRect" presStyleLbl="bgShp" presStyleIdx="4" presStyleCnt="5"/>
      <dgm:spPr/>
    </dgm:pt>
    <dgm:pt modelId="{85C66111-4EA6-41A9-BDC4-50C58CECEC22}" type="pres">
      <dgm:prSet presAssocID="{B7A8EA25-97A8-4FD0-A9CD-6BA5FB1AA38F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BBB5398E-F66C-4489-A338-110E21942E87}" type="pres">
      <dgm:prSet presAssocID="{B7A8EA25-97A8-4FD0-A9CD-6BA5FB1AA38F}" presName="spaceRect" presStyleCnt="0"/>
      <dgm:spPr/>
    </dgm:pt>
    <dgm:pt modelId="{09DA2D9F-AFB5-4153-A2BC-DF606D538F36}" type="pres">
      <dgm:prSet presAssocID="{B7A8EA25-97A8-4FD0-A9CD-6BA5FB1AA38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C26C609-C0EC-4E34-A5D0-3E052CD034A2}" type="presOf" srcId="{EBAF23B6-683D-4E45-8AFD-F8ED53C06F0B}" destId="{B6AF4477-130F-41CF-B491-C23497EFA49A}" srcOrd="0" destOrd="0" presId="urn:microsoft.com/office/officeart/2018/2/layout/IconVerticalSolidList"/>
    <dgm:cxn modelId="{C92BF240-74D4-4AED-8916-C3778AAFA574}" srcId="{4908E9A0-263D-4E81-9F0F-1E15D7772A2F}" destId="{CE5E3C62-2EC4-426D-86A5-EF7B3E0A830E}" srcOrd="2" destOrd="0" parTransId="{9585C8A9-BE5B-4882-9240-13AFCAB170C3}" sibTransId="{3D338E6F-CA6D-4EC9-8598-1A336C6124CC}"/>
    <dgm:cxn modelId="{C1712868-6009-4177-9555-3E185515944A}" type="presOf" srcId="{CE5E3C62-2EC4-426D-86A5-EF7B3E0A830E}" destId="{96D03BA2-6576-4236-AE21-F260F0CA49D8}" srcOrd="0" destOrd="0" presId="urn:microsoft.com/office/officeart/2018/2/layout/IconVerticalSolidList"/>
    <dgm:cxn modelId="{AC7D1E5A-185C-4C7A-B9EE-3CC7E0F4E1C6}" srcId="{4908E9A0-263D-4E81-9F0F-1E15D7772A2F}" destId="{EBAF23B6-683D-4E45-8AFD-F8ED53C06F0B}" srcOrd="1" destOrd="0" parTransId="{702542D4-3BB1-4FAC-865A-0ECFF6653BC8}" sibTransId="{DE5CEA34-2445-488C-A34D-AD6139E104D0}"/>
    <dgm:cxn modelId="{C686937B-0D43-495D-B675-8BE2286E9542}" type="presOf" srcId="{3A5AFA8A-E444-44C9-A9F4-DA4330EF79CF}" destId="{9F367A1C-51BC-4421-9539-973F737FF348}" srcOrd="0" destOrd="0" presId="urn:microsoft.com/office/officeart/2018/2/layout/IconVerticalSolidList"/>
    <dgm:cxn modelId="{A95011A1-2E79-45C0-99E0-32E9481FC2F8}" srcId="{4908E9A0-263D-4E81-9F0F-1E15D7772A2F}" destId="{26921B78-DB00-4634-AC8A-C37E217CFAB2}" srcOrd="0" destOrd="0" parTransId="{1085460F-5D4D-4FF0-8EBE-FE2BAAFCFD87}" sibTransId="{51EC7A9F-EBF8-49FD-B89C-228AAA14A7C1}"/>
    <dgm:cxn modelId="{FD97F6C3-2342-4E0B-9BA0-4B9BFF35E763}" type="presOf" srcId="{B7A8EA25-97A8-4FD0-A9CD-6BA5FB1AA38F}" destId="{09DA2D9F-AFB5-4153-A2BC-DF606D538F36}" srcOrd="0" destOrd="0" presId="urn:microsoft.com/office/officeart/2018/2/layout/IconVerticalSolidList"/>
    <dgm:cxn modelId="{33C306C4-96C4-4095-903E-5A301E8595AF}" srcId="{4908E9A0-263D-4E81-9F0F-1E15D7772A2F}" destId="{B7A8EA25-97A8-4FD0-A9CD-6BA5FB1AA38F}" srcOrd="4" destOrd="0" parTransId="{60B6D7B8-FA19-495A-B79F-EFB0E51623B4}" sibTransId="{BF70A1A5-682B-4799-8EF2-A61C763B7F66}"/>
    <dgm:cxn modelId="{CD67DBD5-D055-4AC8-8136-CC2297F08910}" type="presOf" srcId="{4908E9A0-263D-4E81-9F0F-1E15D7772A2F}" destId="{A9AD51E5-5B7D-4126-82A0-02C63536DD19}" srcOrd="0" destOrd="0" presId="urn:microsoft.com/office/officeart/2018/2/layout/IconVerticalSolidList"/>
    <dgm:cxn modelId="{3408B9E4-D648-4CF7-A0C5-F8E8BE2A3D68}" type="presOf" srcId="{26921B78-DB00-4634-AC8A-C37E217CFAB2}" destId="{870856DB-BE7A-48A1-A685-5DDDA7A15E6A}" srcOrd="0" destOrd="0" presId="urn:microsoft.com/office/officeart/2018/2/layout/IconVerticalSolidList"/>
    <dgm:cxn modelId="{152834FA-0CC3-423A-AEDC-FE21AA8BB368}" srcId="{4908E9A0-263D-4E81-9F0F-1E15D7772A2F}" destId="{3A5AFA8A-E444-44C9-A9F4-DA4330EF79CF}" srcOrd="3" destOrd="0" parTransId="{3B090977-D9FF-4A89-BCA6-555BD83664B9}" sibTransId="{61987AE4-86F9-4631-B5D9-6E03347C72E6}"/>
    <dgm:cxn modelId="{95BF96EA-705F-4AD3-9641-B6ECED040E55}" type="presParOf" srcId="{A9AD51E5-5B7D-4126-82A0-02C63536DD19}" destId="{57FED941-0F9A-429E-8159-A902A9276A9B}" srcOrd="0" destOrd="0" presId="urn:microsoft.com/office/officeart/2018/2/layout/IconVerticalSolidList"/>
    <dgm:cxn modelId="{1F63921D-E71A-42E3-9337-B48FDFC0A9A5}" type="presParOf" srcId="{57FED941-0F9A-429E-8159-A902A9276A9B}" destId="{71F65A94-3C31-4045-8FF4-DB806D26C602}" srcOrd="0" destOrd="0" presId="urn:microsoft.com/office/officeart/2018/2/layout/IconVerticalSolidList"/>
    <dgm:cxn modelId="{D765D622-FE10-431B-90FC-4532AD618854}" type="presParOf" srcId="{57FED941-0F9A-429E-8159-A902A9276A9B}" destId="{65B54723-1116-4B95-8D91-0A2EF9BA3119}" srcOrd="1" destOrd="0" presId="urn:microsoft.com/office/officeart/2018/2/layout/IconVerticalSolidList"/>
    <dgm:cxn modelId="{A38BDF24-6146-4AA9-B1B5-5E201A110B6C}" type="presParOf" srcId="{57FED941-0F9A-429E-8159-A902A9276A9B}" destId="{B6988A25-7EEC-40AE-B0FF-183C8D80B009}" srcOrd="2" destOrd="0" presId="urn:microsoft.com/office/officeart/2018/2/layout/IconVerticalSolidList"/>
    <dgm:cxn modelId="{1DEC8B43-7F44-49C7-BBB4-0C1BA11B8682}" type="presParOf" srcId="{57FED941-0F9A-429E-8159-A902A9276A9B}" destId="{870856DB-BE7A-48A1-A685-5DDDA7A15E6A}" srcOrd="3" destOrd="0" presId="urn:microsoft.com/office/officeart/2018/2/layout/IconVerticalSolidList"/>
    <dgm:cxn modelId="{CCB1CB5A-FC91-40F4-A65E-3E9A43106384}" type="presParOf" srcId="{A9AD51E5-5B7D-4126-82A0-02C63536DD19}" destId="{706E2BE0-1713-4626-ADAA-0B079BFF4161}" srcOrd="1" destOrd="0" presId="urn:microsoft.com/office/officeart/2018/2/layout/IconVerticalSolidList"/>
    <dgm:cxn modelId="{4BB27F0B-A092-4B9E-B3D6-EF70C471AEA5}" type="presParOf" srcId="{A9AD51E5-5B7D-4126-82A0-02C63536DD19}" destId="{2C74C69E-9F65-41C8-8CA8-0868E8972C2A}" srcOrd="2" destOrd="0" presId="urn:microsoft.com/office/officeart/2018/2/layout/IconVerticalSolidList"/>
    <dgm:cxn modelId="{AA16B7ED-3058-4304-9795-6AE8D236D65A}" type="presParOf" srcId="{2C74C69E-9F65-41C8-8CA8-0868E8972C2A}" destId="{66146FEC-CB83-409B-97A6-DDC2CA37F2C7}" srcOrd="0" destOrd="0" presId="urn:microsoft.com/office/officeart/2018/2/layout/IconVerticalSolidList"/>
    <dgm:cxn modelId="{DB21ED54-09A4-49EA-9086-5C1EDB0077B2}" type="presParOf" srcId="{2C74C69E-9F65-41C8-8CA8-0868E8972C2A}" destId="{DB70F87F-390E-4BD9-836B-214D2903B2BB}" srcOrd="1" destOrd="0" presId="urn:microsoft.com/office/officeart/2018/2/layout/IconVerticalSolidList"/>
    <dgm:cxn modelId="{B044B27D-930F-47D7-BF47-C683570A4122}" type="presParOf" srcId="{2C74C69E-9F65-41C8-8CA8-0868E8972C2A}" destId="{21C592BB-05B5-443B-BF57-6DB458638174}" srcOrd="2" destOrd="0" presId="urn:microsoft.com/office/officeart/2018/2/layout/IconVerticalSolidList"/>
    <dgm:cxn modelId="{46948204-E932-4A98-A9C8-13A795FEA152}" type="presParOf" srcId="{2C74C69E-9F65-41C8-8CA8-0868E8972C2A}" destId="{B6AF4477-130F-41CF-B491-C23497EFA49A}" srcOrd="3" destOrd="0" presId="urn:microsoft.com/office/officeart/2018/2/layout/IconVerticalSolidList"/>
    <dgm:cxn modelId="{3789BA5C-D7B7-4582-BA28-F893AAA496B9}" type="presParOf" srcId="{A9AD51E5-5B7D-4126-82A0-02C63536DD19}" destId="{93D89411-6471-4981-AD0C-8A0B96C41A80}" srcOrd="3" destOrd="0" presId="urn:microsoft.com/office/officeart/2018/2/layout/IconVerticalSolidList"/>
    <dgm:cxn modelId="{4088467A-B0AD-471F-B2DE-D2AB7829C74C}" type="presParOf" srcId="{A9AD51E5-5B7D-4126-82A0-02C63536DD19}" destId="{3F6A1F12-A397-47BA-9D36-BF665FAFC5D1}" srcOrd="4" destOrd="0" presId="urn:microsoft.com/office/officeart/2018/2/layout/IconVerticalSolidList"/>
    <dgm:cxn modelId="{4CFDBB46-721B-4FCC-AA81-381EC63C1C16}" type="presParOf" srcId="{3F6A1F12-A397-47BA-9D36-BF665FAFC5D1}" destId="{9B279F03-2548-409D-8159-EDCCDEF4EC69}" srcOrd="0" destOrd="0" presId="urn:microsoft.com/office/officeart/2018/2/layout/IconVerticalSolidList"/>
    <dgm:cxn modelId="{926678D7-1D3E-47C4-84B8-F0F5B9A036C5}" type="presParOf" srcId="{3F6A1F12-A397-47BA-9D36-BF665FAFC5D1}" destId="{BC601825-93D6-493D-8BB9-C47118C5CC6B}" srcOrd="1" destOrd="0" presId="urn:microsoft.com/office/officeart/2018/2/layout/IconVerticalSolidList"/>
    <dgm:cxn modelId="{87DE1701-029C-4C3A-9732-37A43183BE56}" type="presParOf" srcId="{3F6A1F12-A397-47BA-9D36-BF665FAFC5D1}" destId="{98B24D36-90C8-4563-B702-E5C67E394D00}" srcOrd="2" destOrd="0" presId="urn:microsoft.com/office/officeart/2018/2/layout/IconVerticalSolidList"/>
    <dgm:cxn modelId="{09898079-F93B-4B4A-B316-E1D251649B96}" type="presParOf" srcId="{3F6A1F12-A397-47BA-9D36-BF665FAFC5D1}" destId="{96D03BA2-6576-4236-AE21-F260F0CA49D8}" srcOrd="3" destOrd="0" presId="urn:microsoft.com/office/officeart/2018/2/layout/IconVerticalSolidList"/>
    <dgm:cxn modelId="{DE8B5464-8658-4FE9-A464-E5CC7B14B718}" type="presParOf" srcId="{A9AD51E5-5B7D-4126-82A0-02C63536DD19}" destId="{949BACB9-D74B-41AE-B94B-179507B8BFDD}" srcOrd="5" destOrd="0" presId="urn:microsoft.com/office/officeart/2018/2/layout/IconVerticalSolidList"/>
    <dgm:cxn modelId="{93B93361-4531-4511-BF2C-282F04345D50}" type="presParOf" srcId="{A9AD51E5-5B7D-4126-82A0-02C63536DD19}" destId="{8CF7B9D9-1ACF-4A0D-9F1B-FAE1EDE9CD77}" srcOrd="6" destOrd="0" presId="urn:microsoft.com/office/officeart/2018/2/layout/IconVerticalSolidList"/>
    <dgm:cxn modelId="{9D544B22-2678-4A2F-8743-778DBCC5CAEC}" type="presParOf" srcId="{8CF7B9D9-1ACF-4A0D-9F1B-FAE1EDE9CD77}" destId="{CBF307CB-02CF-41FA-96A0-CDCE20B2117F}" srcOrd="0" destOrd="0" presId="urn:microsoft.com/office/officeart/2018/2/layout/IconVerticalSolidList"/>
    <dgm:cxn modelId="{BFB53BFA-FC26-4CE6-8AA0-D31A0F9CFCF7}" type="presParOf" srcId="{8CF7B9D9-1ACF-4A0D-9F1B-FAE1EDE9CD77}" destId="{E66DD453-CB88-4DCE-AED8-BE6DF04B46B7}" srcOrd="1" destOrd="0" presId="urn:microsoft.com/office/officeart/2018/2/layout/IconVerticalSolidList"/>
    <dgm:cxn modelId="{309D4298-269E-44C1-BE40-0D1463AC000A}" type="presParOf" srcId="{8CF7B9D9-1ACF-4A0D-9F1B-FAE1EDE9CD77}" destId="{FDB8F03D-2B13-4F46-9722-D88EF9505315}" srcOrd="2" destOrd="0" presId="urn:microsoft.com/office/officeart/2018/2/layout/IconVerticalSolidList"/>
    <dgm:cxn modelId="{58A4318D-8304-41BB-B05F-83624A6F2E93}" type="presParOf" srcId="{8CF7B9D9-1ACF-4A0D-9F1B-FAE1EDE9CD77}" destId="{9F367A1C-51BC-4421-9539-973F737FF348}" srcOrd="3" destOrd="0" presId="urn:microsoft.com/office/officeart/2018/2/layout/IconVerticalSolidList"/>
    <dgm:cxn modelId="{4E657AE4-D112-44A2-81C3-740990D70EB3}" type="presParOf" srcId="{A9AD51E5-5B7D-4126-82A0-02C63536DD19}" destId="{592F4B62-7DA9-4C49-98BF-0499C9F8AE8B}" srcOrd="7" destOrd="0" presId="urn:microsoft.com/office/officeart/2018/2/layout/IconVerticalSolidList"/>
    <dgm:cxn modelId="{2579FF2C-6960-496E-A9BD-A2FF5371FD92}" type="presParOf" srcId="{A9AD51E5-5B7D-4126-82A0-02C63536DD19}" destId="{462A396A-CE38-46B0-9502-553F03C0706C}" srcOrd="8" destOrd="0" presId="urn:microsoft.com/office/officeart/2018/2/layout/IconVerticalSolidList"/>
    <dgm:cxn modelId="{0667FC43-F6BB-4A3D-9AEE-052841E077CB}" type="presParOf" srcId="{462A396A-CE38-46B0-9502-553F03C0706C}" destId="{D40BCCD7-B2B2-4BF8-884C-911D5473F7B2}" srcOrd="0" destOrd="0" presId="urn:microsoft.com/office/officeart/2018/2/layout/IconVerticalSolidList"/>
    <dgm:cxn modelId="{DCAC7B55-3B87-409B-9548-E9C6A6BACD54}" type="presParOf" srcId="{462A396A-CE38-46B0-9502-553F03C0706C}" destId="{85C66111-4EA6-41A9-BDC4-50C58CECEC22}" srcOrd="1" destOrd="0" presId="urn:microsoft.com/office/officeart/2018/2/layout/IconVerticalSolidList"/>
    <dgm:cxn modelId="{96653386-FFC9-4D84-987F-3A6098C65A0E}" type="presParOf" srcId="{462A396A-CE38-46B0-9502-553F03C0706C}" destId="{BBB5398E-F66C-4489-A338-110E21942E87}" srcOrd="2" destOrd="0" presId="urn:microsoft.com/office/officeart/2018/2/layout/IconVerticalSolidList"/>
    <dgm:cxn modelId="{705B8825-A650-44E9-A4AF-360171ABFF6D}" type="presParOf" srcId="{462A396A-CE38-46B0-9502-553F03C0706C}" destId="{09DA2D9F-AFB5-4153-A2BC-DF606D538F3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47527DC-43B8-47BA-9462-6C194099B19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5_2" csCatId="accent5" phldr="1"/>
      <dgm:spPr/>
      <dgm:t>
        <a:bodyPr/>
        <a:lstStyle/>
        <a:p>
          <a:endParaRPr lang="en-US"/>
        </a:p>
      </dgm:t>
    </dgm:pt>
    <dgm:pt modelId="{B4A9C1CC-6D1B-4677-8840-34D3952C33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Digital platforms are removing agents from rental markets [1] </a:t>
          </a:r>
          <a:endParaRPr lang="en-US" dirty="0"/>
        </a:p>
      </dgm:t>
    </dgm:pt>
    <dgm:pt modelId="{63F614B1-CAD8-4484-9633-1C8BA3C82BB7}" type="parTrans" cxnId="{D845B75E-C0C6-425F-AA8A-C340C5DF064A}">
      <dgm:prSet/>
      <dgm:spPr/>
      <dgm:t>
        <a:bodyPr/>
        <a:lstStyle/>
        <a:p>
          <a:endParaRPr lang="en-US"/>
        </a:p>
      </dgm:t>
    </dgm:pt>
    <dgm:pt modelId="{B94D7265-0262-4167-BD91-6C52AE464F9E}" type="sibTrans" cxnId="{D845B75E-C0C6-425F-AA8A-C340C5DF064A}">
      <dgm:prSet/>
      <dgm:spPr/>
      <dgm:t>
        <a:bodyPr/>
        <a:lstStyle/>
        <a:p>
          <a:endParaRPr lang="en-US"/>
        </a:p>
      </dgm:t>
    </dgm:pt>
    <dgm:pt modelId="{5C5A5D50-BEF2-4E4D-B826-DEC9F1CAA4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Two-sided platforms need liquidity, network effects and reputation [3] </a:t>
          </a:r>
          <a:endParaRPr lang="en-US"/>
        </a:p>
      </dgm:t>
    </dgm:pt>
    <dgm:pt modelId="{7D9B24EC-B903-46C8-A2D5-3B815F3FA2D6}" type="parTrans" cxnId="{C7A59027-D9E2-44BC-B8E7-6908A09F4A31}">
      <dgm:prSet/>
      <dgm:spPr/>
      <dgm:t>
        <a:bodyPr/>
        <a:lstStyle/>
        <a:p>
          <a:endParaRPr lang="en-US"/>
        </a:p>
      </dgm:t>
    </dgm:pt>
    <dgm:pt modelId="{4F636EFA-3753-4053-A0C0-F93A062504F0}" type="sibTrans" cxnId="{C7A59027-D9E2-44BC-B8E7-6908A09F4A31}">
      <dgm:prSet/>
      <dgm:spPr/>
      <dgm:t>
        <a:bodyPr/>
        <a:lstStyle/>
        <a:p>
          <a:endParaRPr lang="en-US"/>
        </a:p>
      </dgm:t>
    </dgm:pt>
    <dgm:pt modelId="{DD8A2745-0094-4DD4-9F12-F47C33836C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Trust and verification drive platform adoption [4] </a:t>
          </a:r>
          <a:endParaRPr lang="en-US"/>
        </a:p>
      </dgm:t>
    </dgm:pt>
    <dgm:pt modelId="{E2986C9A-5444-4982-95ED-B05C5D2BA61A}" type="parTrans" cxnId="{2DA12E9E-2CF9-4BF8-B502-930DFC36643F}">
      <dgm:prSet/>
      <dgm:spPr/>
      <dgm:t>
        <a:bodyPr/>
        <a:lstStyle/>
        <a:p>
          <a:endParaRPr lang="en-US"/>
        </a:p>
      </dgm:t>
    </dgm:pt>
    <dgm:pt modelId="{1EE83727-14AA-4580-9371-DF4E30AB954A}" type="sibTrans" cxnId="{2DA12E9E-2CF9-4BF8-B502-930DFC36643F}">
      <dgm:prSet/>
      <dgm:spPr/>
      <dgm:t>
        <a:bodyPr/>
        <a:lstStyle/>
        <a:p>
          <a:endParaRPr lang="en-US"/>
        </a:p>
      </dgm:t>
    </dgm:pt>
    <dgm:pt modelId="{4315EF8C-ECD1-4F61-9B84-196582E504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Blockchain prototypes show promise but are not production-ready [7] </a:t>
          </a:r>
          <a:endParaRPr lang="en-US"/>
        </a:p>
      </dgm:t>
    </dgm:pt>
    <dgm:pt modelId="{484A2CFA-62F4-4855-A0C7-D97E103C2D14}" type="parTrans" cxnId="{81EA2E5D-4041-4D95-A8D2-AB295E2B7E13}">
      <dgm:prSet/>
      <dgm:spPr/>
      <dgm:t>
        <a:bodyPr/>
        <a:lstStyle/>
        <a:p>
          <a:endParaRPr lang="en-US"/>
        </a:p>
      </dgm:t>
    </dgm:pt>
    <dgm:pt modelId="{7AA8026D-98BA-433A-8B1B-9528D4354C79}" type="sibTrans" cxnId="{81EA2E5D-4041-4D95-A8D2-AB295E2B7E13}">
      <dgm:prSet/>
      <dgm:spPr/>
      <dgm:t>
        <a:bodyPr/>
        <a:lstStyle/>
        <a:p>
          <a:endParaRPr lang="en-US"/>
        </a:p>
      </dgm:t>
    </dgm:pt>
    <dgm:pt modelId="{DDD16E2A-A54F-4A1C-926D-52C166DE8F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GDPR governs all personal and financial data handling [9] </a:t>
          </a:r>
          <a:endParaRPr lang="en-US"/>
        </a:p>
      </dgm:t>
    </dgm:pt>
    <dgm:pt modelId="{FB0591FE-4F9D-4410-BD19-68A9C66A6C66}" type="parTrans" cxnId="{7B091840-590D-4284-86EA-6F14B0384E9B}">
      <dgm:prSet/>
      <dgm:spPr/>
      <dgm:t>
        <a:bodyPr/>
        <a:lstStyle/>
        <a:p>
          <a:endParaRPr lang="en-US"/>
        </a:p>
      </dgm:t>
    </dgm:pt>
    <dgm:pt modelId="{E6A0C72B-D58A-44A5-A2BD-6A0600C90468}" type="sibTrans" cxnId="{7B091840-590D-4284-86EA-6F14B0384E9B}">
      <dgm:prSet/>
      <dgm:spPr/>
      <dgm:t>
        <a:bodyPr/>
        <a:lstStyle/>
        <a:p>
          <a:endParaRPr lang="en-US"/>
        </a:p>
      </dgm:t>
    </dgm:pt>
    <dgm:pt modelId="{C5623C74-C9CA-4E18-9133-8342D334C0AF}" type="pres">
      <dgm:prSet presAssocID="{847527DC-43B8-47BA-9462-6C194099B19B}" presName="root" presStyleCnt="0">
        <dgm:presLayoutVars>
          <dgm:dir/>
          <dgm:resizeHandles val="exact"/>
        </dgm:presLayoutVars>
      </dgm:prSet>
      <dgm:spPr/>
    </dgm:pt>
    <dgm:pt modelId="{C7642E60-1CF4-4EFA-AEF5-F1DEB2351936}" type="pres">
      <dgm:prSet presAssocID="{B4A9C1CC-6D1B-4677-8840-34D3952C3328}" presName="compNode" presStyleCnt="0"/>
      <dgm:spPr/>
    </dgm:pt>
    <dgm:pt modelId="{EB693A74-6AB4-493A-84A5-1C3DCB629F23}" type="pres">
      <dgm:prSet presAssocID="{B4A9C1CC-6D1B-4677-8840-34D3952C3328}" presName="bgRect" presStyleLbl="bgShp" presStyleIdx="0" presStyleCnt="5"/>
      <dgm:spPr/>
    </dgm:pt>
    <dgm:pt modelId="{0E82DBE6-FCE5-4E70-A987-AD363CD2F896}" type="pres">
      <dgm:prSet presAssocID="{B4A9C1CC-6D1B-4677-8840-34D3952C3328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34C89912-1067-4D1D-B779-2CB524A404A5}" type="pres">
      <dgm:prSet presAssocID="{B4A9C1CC-6D1B-4677-8840-34D3952C3328}" presName="spaceRect" presStyleCnt="0"/>
      <dgm:spPr/>
    </dgm:pt>
    <dgm:pt modelId="{09149FD1-1949-4E20-BF0D-08F4C76DE554}" type="pres">
      <dgm:prSet presAssocID="{B4A9C1CC-6D1B-4677-8840-34D3952C3328}" presName="parTx" presStyleLbl="revTx" presStyleIdx="0" presStyleCnt="5">
        <dgm:presLayoutVars>
          <dgm:chMax val="0"/>
          <dgm:chPref val="0"/>
        </dgm:presLayoutVars>
      </dgm:prSet>
      <dgm:spPr/>
    </dgm:pt>
    <dgm:pt modelId="{479ABCC7-7C1F-4563-989D-160950BD9B66}" type="pres">
      <dgm:prSet presAssocID="{B94D7265-0262-4167-BD91-6C52AE464F9E}" presName="sibTrans" presStyleCnt="0"/>
      <dgm:spPr/>
    </dgm:pt>
    <dgm:pt modelId="{32B2E7BF-62F3-4137-8F20-9C0E276D976F}" type="pres">
      <dgm:prSet presAssocID="{5C5A5D50-BEF2-4E4D-B826-DEC9F1CAA4D2}" presName="compNode" presStyleCnt="0"/>
      <dgm:spPr/>
    </dgm:pt>
    <dgm:pt modelId="{22B2BB7B-E88C-415D-9D7C-94967EB4AC9C}" type="pres">
      <dgm:prSet presAssocID="{5C5A5D50-BEF2-4E4D-B826-DEC9F1CAA4D2}" presName="bgRect" presStyleLbl="bgShp" presStyleIdx="1" presStyleCnt="5"/>
      <dgm:spPr/>
    </dgm:pt>
    <dgm:pt modelId="{D970C6F6-B5EA-4F1E-8807-E51BC726889F}" type="pres">
      <dgm:prSet presAssocID="{5C5A5D50-BEF2-4E4D-B826-DEC9F1CAA4D2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C94BCBDE-C172-4232-AA11-E93FBA7E4410}" type="pres">
      <dgm:prSet presAssocID="{5C5A5D50-BEF2-4E4D-B826-DEC9F1CAA4D2}" presName="spaceRect" presStyleCnt="0"/>
      <dgm:spPr/>
    </dgm:pt>
    <dgm:pt modelId="{B699FAA6-4604-4579-845B-762DFFE31D4F}" type="pres">
      <dgm:prSet presAssocID="{5C5A5D50-BEF2-4E4D-B826-DEC9F1CAA4D2}" presName="parTx" presStyleLbl="revTx" presStyleIdx="1" presStyleCnt="5">
        <dgm:presLayoutVars>
          <dgm:chMax val="0"/>
          <dgm:chPref val="0"/>
        </dgm:presLayoutVars>
      </dgm:prSet>
      <dgm:spPr/>
    </dgm:pt>
    <dgm:pt modelId="{B75867F2-ECF1-4964-B931-FF7B78503A74}" type="pres">
      <dgm:prSet presAssocID="{4F636EFA-3753-4053-A0C0-F93A062504F0}" presName="sibTrans" presStyleCnt="0"/>
      <dgm:spPr/>
    </dgm:pt>
    <dgm:pt modelId="{AF8B081C-C9B1-4461-BC2A-B64E8ACF9E32}" type="pres">
      <dgm:prSet presAssocID="{DD8A2745-0094-4DD4-9F12-F47C33836C8B}" presName="compNode" presStyleCnt="0"/>
      <dgm:spPr/>
    </dgm:pt>
    <dgm:pt modelId="{890A08E2-A68D-4FAC-9277-B5DCB508EEC8}" type="pres">
      <dgm:prSet presAssocID="{DD8A2745-0094-4DD4-9F12-F47C33836C8B}" presName="bgRect" presStyleLbl="bgShp" presStyleIdx="2" presStyleCnt="5"/>
      <dgm:spPr/>
    </dgm:pt>
    <dgm:pt modelId="{868F5AA9-FCF0-44E1-9A75-4F201E9B627E}" type="pres">
      <dgm:prSet presAssocID="{DD8A2745-0094-4DD4-9F12-F47C33836C8B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33E5E2FE-CC54-4B11-A3C7-377DA915B72B}" type="pres">
      <dgm:prSet presAssocID="{DD8A2745-0094-4DD4-9F12-F47C33836C8B}" presName="spaceRect" presStyleCnt="0"/>
      <dgm:spPr/>
    </dgm:pt>
    <dgm:pt modelId="{47387BFB-E36E-416F-A49C-EAC765B75B76}" type="pres">
      <dgm:prSet presAssocID="{DD8A2745-0094-4DD4-9F12-F47C33836C8B}" presName="parTx" presStyleLbl="revTx" presStyleIdx="2" presStyleCnt="5">
        <dgm:presLayoutVars>
          <dgm:chMax val="0"/>
          <dgm:chPref val="0"/>
        </dgm:presLayoutVars>
      </dgm:prSet>
      <dgm:spPr/>
    </dgm:pt>
    <dgm:pt modelId="{F77FE166-C37E-4132-A9C3-93AE34F4D166}" type="pres">
      <dgm:prSet presAssocID="{1EE83727-14AA-4580-9371-DF4E30AB954A}" presName="sibTrans" presStyleCnt="0"/>
      <dgm:spPr/>
    </dgm:pt>
    <dgm:pt modelId="{D91E1477-25B6-4139-AABD-1DF335EADF0A}" type="pres">
      <dgm:prSet presAssocID="{4315EF8C-ECD1-4F61-9B84-196582E504EE}" presName="compNode" presStyleCnt="0"/>
      <dgm:spPr/>
    </dgm:pt>
    <dgm:pt modelId="{F47C96F8-DE00-4C6E-AA35-C989BEFF2582}" type="pres">
      <dgm:prSet presAssocID="{4315EF8C-ECD1-4F61-9B84-196582E504EE}" presName="bgRect" presStyleLbl="bgShp" presStyleIdx="3" presStyleCnt="5"/>
      <dgm:spPr/>
    </dgm:pt>
    <dgm:pt modelId="{CE11E67C-08D2-49D1-9DE7-51166BC341CC}" type="pres">
      <dgm:prSet presAssocID="{4315EF8C-ECD1-4F61-9B84-196582E504EE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66DC089F-4CFB-4C93-AD19-53983802D634}" type="pres">
      <dgm:prSet presAssocID="{4315EF8C-ECD1-4F61-9B84-196582E504EE}" presName="spaceRect" presStyleCnt="0"/>
      <dgm:spPr/>
    </dgm:pt>
    <dgm:pt modelId="{756E04A5-3B9C-4025-9F49-E672F8DB9ABE}" type="pres">
      <dgm:prSet presAssocID="{4315EF8C-ECD1-4F61-9B84-196582E504EE}" presName="parTx" presStyleLbl="revTx" presStyleIdx="3" presStyleCnt="5">
        <dgm:presLayoutVars>
          <dgm:chMax val="0"/>
          <dgm:chPref val="0"/>
        </dgm:presLayoutVars>
      </dgm:prSet>
      <dgm:spPr/>
    </dgm:pt>
    <dgm:pt modelId="{98870886-EBB2-4953-ACBA-F8A014CD5B7B}" type="pres">
      <dgm:prSet presAssocID="{7AA8026D-98BA-433A-8B1B-9528D4354C79}" presName="sibTrans" presStyleCnt="0"/>
      <dgm:spPr/>
    </dgm:pt>
    <dgm:pt modelId="{ED37A18C-95FF-4BEA-9100-7825486112C5}" type="pres">
      <dgm:prSet presAssocID="{DDD16E2A-A54F-4A1C-926D-52C166DE8F48}" presName="compNode" presStyleCnt="0"/>
      <dgm:spPr/>
    </dgm:pt>
    <dgm:pt modelId="{64EFB7FA-6222-4B9A-8020-88FCFB8CBD5D}" type="pres">
      <dgm:prSet presAssocID="{DDD16E2A-A54F-4A1C-926D-52C166DE8F48}" presName="bgRect" presStyleLbl="bgShp" presStyleIdx="4" presStyleCnt="5"/>
      <dgm:spPr/>
    </dgm:pt>
    <dgm:pt modelId="{5DFB6C40-4562-49EA-AE0E-29D219A3CAAC}" type="pres">
      <dgm:prSet presAssocID="{DDD16E2A-A54F-4A1C-926D-52C166DE8F48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3C6466F3-EFF5-4808-AF31-458DFB688F4E}" type="pres">
      <dgm:prSet presAssocID="{DDD16E2A-A54F-4A1C-926D-52C166DE8F48}" presName="spaceRect" presStyleCnt="0"/>
      <dgm:spPr/>
    </dgm:pt>
    <dgm:pt modelId="{FBFC4ECB-9EDC-40CE-8125-F89DEAFE42A7}" type="pres">
      <dgm:prSet presAssocID="{DDD16E2A-A54F-4A1C-926D-52C166DE8F4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0216804-1859-4116-B08A-F11033E8AAEF}" type="presOf" srcId="{DDD16E2A-A54F-4A1C-926D-52C166DE8F48}" destId="{FBFC4ECB-9EDC-40CE-8125-F89DEAFE42A7}" srcOrd="0" destOrd="0" presId="urn:microsoft.com/office/officeart/2018/2/layout/IconVerticalSolidList"/>
    <dgm:cxn modelId="{C7A59027-D9E2-44BC-B8E7-6908A09F4A31}" srcId="{847527DC-43B8-47BA-9462-6C194099B19B}" destId="{5C5A5D50-BEF2-4E4D-B826-DEC9F1CAA4D2}" srcOrd="1" destOrd="0" parTransId="{7D9B24EC-B903-46C8-A2D5-3B815F3FA2D6}" sibTransId="{4F636EFA-3753-4053-A0C0-F93A062504F0}"/>
    <dgm:cxn modelId="{C301993C-14FF-45A3-8248-508D9DA87276}" type="presOf" srcId="{DD8A2745-0094-4DD4-9F12-F47C33836C8B}" destId="{47387BFB-E36E-416F-A49C-EAC765B75B76}" srcOrd="0" destOrd="0" presId="urn:microsoft.com/office/officeart/2018/2/layout/IconVerticalSolidList"/>
    <dgm:cxn modelId="{7B091840-590D-4284-86EA-6F14B0384E9B}" srcId="{847527DC-43B8-47BA-9462-6C194099B19B}" destId="{DDD16E2A-A54F-4A1C-926D-52C166DE8F48}" srcOrd="4" destOrd="0" parTransId="{FB0591FE-4F9D-4410-BD19-68A9C66A6C66}" sibTransId="{E6A0C72B-D58A-44A5-A2BD-6A0600C90468}"/>
    <dgm:cxn modelId="{81EA2E5D-4041-4D95-A8D2-AB295E2B7E13}" srcId="{847527DC-43B8-47BA-9462-6C194099B19B}" destId="{4315EF8C-ECD1-4F61-9B84-196582E504EE}" srcOrd="3" destOrd="0" parTransId="{484A2CFA-62F4-4855-A0C7-D97E103C2D14}" sibTransId="{7AA8026D-98BA-433A-8B1B-9528D4354C79}"/>
    <dgm:cxn modelId="{D845B75E-C0C6-425F-AA8A-C340C5DF064A}" srcId="{847527DC-43B8-47BA-9462-6C194099B19B}" destId="{B4A9C1CC-6D1B-4677-8840-34D3952C3328}" srcOrd="0" destOrd="0" parTransId="{63F614B1-CAD8-4484-9633-1C8BA3C82BB7}" sibTransId="{B94D7265-0262-4167-BD91-6C52AE464F9E}"/>
    <dgm:cxn modelId="{AB512889-1D31-4E99-A0A2-EECDAAD82DDB}" type="presOf" srcId="{847527DC-43B8-47BA-9462-6C194099B19B}" destId="{C5623C74-C9CA-4E18-9133-8342D334C0AF}" srcOrd="0" destOrd="0" presId="urn:microsoft.com/office/officeart/2018/2/layout/IconVerticalSolidList"/>
    <dgm:cxn modelId="{ABDB178A-DF7B-446D-A93C-1B14B0A97156}" type="presOf" srcId="{4315EF8C-ECD1-4F61-9B84-196582E504EE}" destId="{756E04A5-3B9C-4025-9F49-E672F8DB9ABE}" srcOrd="0" destOrd="0" presId="urn:microsoft.com/office/officeart/2018/2/layout/IconVerticalSolidList"/>
    <dgm:cxn modelId="{2DA12E9E-2CF9-4BF8-B502-930DFC36643F}" srcId="{847527DC-43B8-47BA-9462-6C194099B19B}" destId="{DD8A2745-0094-4DD4-9F12-F47C33836C8B}" srcOrd="2" destOrd="0" parTransId="{E2986C9A-5444-4982-95ED-B05C5D2BA61A}" sibTransId="{1EE83727-14AA-4580-9371-DF4E30AB954A}"/>
    <dgm:cxn modelId="{0CE5E9B5-855D-470A-8CE1-DB936A7E77CA}" type="presOf" srcId="{5C5A5D50-BEF2-4E4D-B826-DEC9F1CAA4D2}" destId="{B699FAA6-4604-4579-845B-762DFFE31D4F}" srcOrd="0" destOrd="0" presId="urn:microsoft.com/office/officeart/2018/2/layout/IconVerticalSolidList"/>
    <dgm:cxn modelId="{2EEAFAB5-30F2-49B7-B2A6-B222EA05A1FD}" type="presOf" srcId="{B4A9C1CC-6D1B-4677-8840-34D3952C3328}" destId="{09149FD1-1949-4E20-BF0D-08F4C76DE554}" srcOrd="0" destOrd="0" presId="urn:microsoft.com/office/officeart/2018/2/layout/IconVerticalSolidList"/>
    <dgm:cxn modelId="{1294DDDA-5E39-4B4E-B346-5B9BF67D9763}" type="presParOf" srcId="{C5623C74-C9CA-4E18-9133-8342D334C0AF}" destId="{C7642E60-1CF4-4EFA-AEF5-F1DEB2351936}" srcOrd="0" destOrd="0" presId="urn:microsoft.com/office/officeart/2018/2/layout/IconVerticalSolidList"/>
    <dgm:cxn modelId="{B46D1F11-9153-4B00-B5B5-3D451736CF88}" type="presParOf" srcId="{C7642E60-1CF4-4EFA-AEF5-F1DEB2351936}" destId="{EB693A74-6AB4-493A-84A5-1C3DCB629F23}" srcOrd="0" destOrd="0" presId="urn:microsoft.com/office/officeart/2018/2/layout/IconVerticalSolidList"/>
    <dgm:cxn modelId="{E90C62B4-D2DD-436E-8C19-E7DDC91C342B}" type="presParOf" srcId="{C7642E60-1CF4-4EFA-AEF5-F1DEB2351936}" destId="{0E82DBE6-FCE5-4E70-A987-AD363CD2F896}" srcOrd="1" destOrd="0" presId="urn:microsoft.com/office/officeart/2018/2/layout/IconVerticalSolidList"/>
    <dgm:cxn modelId="{800E21B6-1592-4CEA-85CF-F56C75674811}" type="presParOf" srcId="{C7642E60-1CF4-4EFA-AEF5-F1DEB2351936}" destId="{34C89912-1067-4D1D-B779-2CB524A404A5}" srcOrd="2" destOrd="0" presId="urn:microsoft.com/office/officeart/2018/2/layout/IconVerticalSolidList"/>
    <dgm:cxn modelId="{B442148D-1F6B-48A0-8922-6FD3F702A4AE}" type="presParOf" srcId="{C7642E60-1CF4-4EFA-AEF5-F1DEB2351936}" destId="{09149FD1-1949-4E20-BF0D-08F4C76DE554}" srcOrd="3" destOrd="0" presId="urn:microsoft.com/office/officeart/2018/2/layout/IconVerticalSolidList"/>
    <dgm:cxn modelId="{769F2C1A-5D0F-45BA-A4C1-A9A5B9D928BF}" type="presParOf" srcId="{C5623C74-C9CA-4E18-9133-8342D334C0AF}" destId="{479ABCC7-7C1F-4563-989D-160950BD9B66}" srcOrd="1" destOrd="0" presId="urn:microsoft.com/office/officeart/2018/2/layout/IconVerticalSolidList"/>
    <dgm:cxn modelId="{091A8E34-5872-49A5-9644-460AC889581E}" type="presParOf" srcId="{C5623C74-C9CA-4E18-9133-8342D334C0AF}" destId="{32B2E7BF-62F3-4137-8F20-9C0E276D976F}" srcOrd="2" destOrd="0" presId="urn:microsoft.com/office/officeart/2018/2/layout/IconVerticalSolidList"/>
    <dgm:cxn modelId="{868AE2F6-A0D0-4054-9F3C-6A08C23688B4}" type="presParOf" srcId="{32B2E7BF-62F3-4137-8F20-9C0E276D976F}" destId="{22B2BB7B-E88C-415D-9D7C-94967EB4AC9C}" srcOrd="0" destOrd="0" presId="urn:microsoft.com/office/officeart/2018/2/layout/IconVerticalSolidList"/>
    <dgm:cxn modelId="{F680430F-049A-41BC-BA16-6E06B0A001E7}" type="presParOf" srcId="{32B2E7BF-62F3-4137-8F20-9C0E276D976F}" destId="{D970C6F6-B5EA-4F1E-8807-E51BC726889F}" srcOrd="1" destOrd="0" presId="urn:microsoft.com/office/officeart/2018/2/layout/IconVerticalSolidList"/>
    <dgm:cxn modelId="{B4B353B3-7A67-455E-B65F-6387362F4430}" type="presParOf" srcId="{32B2E7BF-62F3-4137-8F20-9C0E276D976F}" destId="{C94BCBDE-C172-4232-AA11-E93FBA7E4410}" srcOrd="2" destOrd="0" presId="urn:microsoft.com/office/officeart/2018/2/layout/IconVerticalSolidList"/>
    <dgm:cxn modelId="{E5F44410-319F-4CBC-9FCD-F213BD431B13}" type="presParOf" srcId="{32B2E7BF-62F3-4137-8F20-9C0E276D976F}" destId="{B699FAA6-4604-4579-845B-762DFFE31D4F}" srcOrd="3" destOrd="0" presId="urn:microsoft.com/office/officeart/2018/2/layout/IconVerticalSolidList"/>
    <dgm:cxn modelId="{9F723202-998C-41F4-A186-1E0CACE64A22}" type="presParOf" srcId="{C5623C74-C9CA-4E18-9133-8342D334C0AF}" destId="{B75867F2-ECF1-4964-B931-FF7B78503A74}" srcOrd="3" destOrd="0" presId="urn:microsoft.com/office/officeart/2018/2/layout/IconVerticalSolidList"/>
    <dgm:cxn modelId="{7F7DF49C-EF95-4EAB-BF41-2C2CF23C7119}" type="presParOf" srcId="{C5623C74-C9CA-4E18-9133-8342D334C0AF}" destId="{AF8B081C-C9B1-4461-BC2A-B64E8ACF9E32}" srcOrd="4" destOrd="0" presId="urn:microsoft.com/office/officeart/2018/2/layout/IconVerticalSolidList"/>
    <dgm:cxn modelId="{699F4F92-8BBF-4817-BF75-7A77578824FA}" type="presParOf" srcId="{AF8B081C-C9B1-4461-BC2A-B64E8ACF9E32}" destId="{890A08E2-A68D-4FAC-9277-B5DCB508EEC8}" srcOrd="0" destOrd="0" presId="urn:microsoft.com/office/officeart/2018/2/layout/IconVerticalSolidList"/>
    <dgm:cxn modelId="{E8FF83DD-2AA9-4987-92A6-D13B5B6DDCC9}" type="presParOf" srcId="{AF8B081C-C9B1-4461-BC2A-B64E8ACF9E32}" destId="{868F5AA9-FCF0-44E1-9A75-4F201E9B627E}" srcOrd="1" destOrd="0" presId="urn:microsoft.com/office/officeart/2018/2/layout/IconVerticalSolidList"/>
    <dgm:cxn modelId="{FAD1C91A-C085-4220-ACCE-F5917D924747}" type="presParOf" srcId="{AF8B081C-C9B1-4461-BC2A-B64E8ACF9E32}" destId="{33E5E2FE-CC54-4B11-A3C7-377DA915B72B}" srcOrd="2" destOrd="0" presId="urn:microsoft.com/office/officeart/2018/2/layout/IconVerticalSolidList"/>
    <dgm:cxn modelId="{1A076CDB-DB41-48DA-AE03-61C19A15FCEF}" type="presParOf" srcId="{AF8B081C-C9B1-4461-BC2A-B64E8ACF9E32}" destId="{47387BFB-E36E-416F-A49C-EAC765B75B76}" srcOrd="3" destOrd="0" presId="urn:microsoft.com/office/officeart/2018/2/layout/IconVerticalSolidList"/>
    <dgm:cxn modelId="{6E20BE1C-0A4A-49A9-ADCB-090F741B5A87}" type="presParOf" srcId="{C5623C74-C9CA-4E18-9133-8342D334C0AF}" destId="{F77FE166-C37E-4132-A9C3-93AE34F4D166}" srcOrd="5" destOrd="0" presId="urn:microsoft.com/office/officeart/2018/2/layout/IconVerticalSolidList"/>
    <dgm:cxn modelId="{02C00438-DD27-4305-8F45-C2E479264844}" type="presParOf" srcId="{C5623C74-C9CA-4E18-9133-8342D334C0AF}" destId="{D91E1477-25B6-4139-AABD-1DF335EADF0A}" srcOrd="6" destOrd="0" presId="urn:microsoft.com/office/officeart/2018/2/layout/IconVerticalSolidList"/>
    <dgm:cxn modelId="{789C28C7-551C-43B1-A4D7-C6F567DD0731}" type="presParOf" srcId="{D91E1477-25B6-4139-AABD-1DF335EADF0A}" destId="{F47C96F8-DE00-4C6E-AA35-C989BEFF2582}" srcOrd="0" destOrd="0" presId="urn:microsoft.com/office/officeart/2018/2/layout/IconVerticalSolidList"/>
    <dgm:cxn modelId="{652BB154-DF8E-4C74-971E-7165D3408B2E}" type="presParOf" srcId="{D91E1477-25B6-4139-AABD-1DF335EADF0A}" destId="{CE11E67C-08D2-49D1-9DE7-51166BC341CC}" srcOrd="1" destOrd="0" presId="urn:microsoft.com/office/officeart/2018/2/layout/IconVerticalSolidList"/>
    <dgm:cxn modelId="{D056DF11-2633-4E12-B3E5-46F266A29549}" type="presParOf" srcId="{D91E1477-25B6-4139-AABD-1DF335EADF0A}" destId="{66DC089F-4CFB-4C93-AD19-53983802D634}" srcOrd="2" destOrd="0" presId="urn:microsoft.com/office/officeart/2018/2/layout/IconVerticalSolidList"/>
    <dgm:cxn modelId="{39B0DFE8-1A39-464A-AB85-E9461404C3EB}" type="presParOf" srcId="{D91E1477-25B6-4139-AABD-1DF335EADF0A}" destId="{756E04A5-3B9C-4025-9F49-E672F8DB9ABE}" srcOrd="3" destOrd="0" presId="urn:microsoft.com/office/officeart/2018/2/layout/IconVerticalSolidList"/>
    <dgm:cxn modelId="{E11C57B4-A53C-4C8F-8587-95542269157E}" type="presParOf" srcId="{C5623C74-C9CA-4E18-9133-8342D334C0AF}" destId="{98870886-EBB2-4953-ACBA-F8A014CD5B7B}" srcOrd="7" destOrd="0" presId="urn:microsoft.com/office/officeart/2018/2/layout/IconVerticalSolidList"/>
    <dgm:cxn modelId="{32727D68-C046-454C-9967-18344EC9CA50}" type="presParOf" srcId="{C5623C74-C9CA-4E18-9133-8342D334C0AF}" destId="{ED37A18C-95FF-4BEA-9100-7825486112C5}" srcOrd="8" destOrd="0" presId="urn:microsoft.com/office/officeart/2018/2/layout/IconVerticalSolidList"/>
    <dgm:cxn modelId="{640B20F2-D34F-4C59-B62D-9ECC54AFBA0D}" type="presParOf" srcId="{ED37A18C-95FF-4BEA-9100-7825486112C5}" destId="{64EFB7FA-6222-4B9A-8020-88FCFB8CBD5D}" srcOrd="0" destOrd="0" presId="urn:microsoft.com/office/officeart/2018/2/layout/IconVerticalSolidList"/>
    <dgm:cxn modelId="{0ACE5C44-B317-4024-8BD1-0463E85C6797}" type="presParOf" srcId="{ED37A18C-95FF-4BEA-9100-7825486112C5}" destId="{5DFB6C40-4562-49EA-AE0E-29D219A3CAAC}" srcOrd="1" destOrd="0" presId="urn:microsoft.com/office/officeart/2018/2/layout/IconVerticalSolidList"/>
    <dgm:cxn modelId="{EA2BF9E2-334D-4D56-A62B-2A023298478E}" type="presParOf" srcId="{ED37A18C-95FF-4BEA-9100-7825486112C5}" destId="{3C6466F3-EFF5-4808-AF31-458DFB688F4E}" srcOrd="2" destOrd="0" presId="urn:microsoft.com/office/officeart/2018/2/layout/IconVerticalSolidList"/>
    <dgm:cxn modelId="{89B45AC9-1562-4887-9CBA-D46E32BF8E22}" type="presParOf" srcId="{ED37A18C-95FF-4BEA-9100-7825486112C5}" destId="{FBFC4ECB-9EDC-40CE-8125-F89DEAFE42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8077485-B7E3-44A7-ACC8-A557997C8EED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DFCADD0-12EF-4040-8014-AA5C7F2A5885}">
      <dgm:prSet/>
      <dgm:spPr/>
      <dgm:t>
        <a:bodyPr/>
        <a:lstStyle/>
        <a:p>
          <a:r>
            <a:rPr lang="en-US" b="1"/>
            <a:t>What is missing:</a:t>
          </a:r>
          <a:endParaRPr lang="en-US"/>
        </a:p>
      </dgm:t>
    </dgm:pt>
    <dgm:pt modelId="{0C66E620-CE91-41A6-BB93-39BEAAD79E4A}" type="parTrans" cxnId="{BEFEF585-6F56-4D0D-908C-F73D855B8CA5}">
      <dgm:prSet/>
      <dgm:spPr/>
      <dgm:t>
        <a:bodyPr/>
        <a:lstStyle/>
        <a:p>
          <a:endParaRPr lang="en-US"/>
        </a:p>
      </dgm:t>
    </dgm:pt>
    <dgm:pt modelId="{96F034FB-4B1D-431A-8EF6-6C99D7F20F52}" type="sibTrans" cxnId="{BEFEF585-6F56-4D0D-908C-F73D855B8CA5}">
      <dgm:prSet/>
      <dgm:spPr/>
      <dgm:t>
        <a:bodyPr/>
        <a:lstStyle/>
        <a:p>
          <a:endParaRPr lang="en-US"/>
        </a:p>
      </dgm:t>
    </dgm:pt>
    <dgm:pt modelId="{7D53F3CA-627D-40DD-86E5-A74946028F5C}">
      <dgm:prSet/>
      <dgm:spPr/>
      <dgm:t>
        <a:bodyPr/>
        <a:lstStyle/>
        <a:p>
          <a:r>
            <a:rPr lang="en-US"/>
            <a:t>No existing platform integrates listing, messaging, scheduling, payments, and verification in one system</a:t>
          </a:r>
        </a:p>
      </dgm:t>
    </dgm:pt>
    <dgm:pt modelId="{D39A3E50-F193-44DF-A08E-B704D1BAE6AD}" type="parTrans" cxnId="{BF5A509F-D40B-44C0-B249-0D60073E4B59}">
      <dgm:prSet/>
      <dgm:spPr/>
      <dgm:t>
        <a:bodyPr/>
        <a:lstStyle/>
        <a:p>
          <a:endParaRPr lang="en-US"/>
        </a:p>
      </dgm:t>
    </dgm:pt>
    <dgm:pt modelId="{2D9CAE63-4828-4130-AB4C-12E8168C4398}" type="sibTrans" cxnId="{BF5A509F-D40B-44C0-B249-0D60073E4B59}">
      <dgm:prSet/>
      <dgm:spPr/>
      <dgm:t>
        <a:bodyPr/>
        <a:lstStyle/>
        <a:p>
          <a:endParaRPr lang="en-US"/>
        </a:p>
      </dgm:t>
    </dgm:pt>
    <dgm:pt modelId="{25A6851E-2E6A-454A-BF11-CC2D78FA7A45}">
      <dgm:prSet/>
      <dgm:spPr/>
      <dgm:t>
        <a:bodyPr/>
        <a:lstStyle/>
        <a:p>
          <a:r>
            <a:rPr lang="en-US" dirty="0"/>
            <a:t>Blockchain prototypes remain research-level, no production-ready direct-letting platform exists</a:t>
          </a:r>
        </a:p>
      </dgm:t>
    </dgm:pt>
    <dgm:pt modelId="{90FBFB77-65C7-47C6-B279-1F5184F1A31A}" type="parTrans" cxnId="{BF00A66D-9183-408E-B189-432DE4FB5EAC}">
      <dgm:prSet/>
      <dgm:spPr/>
      <dgm:t>
        <a:bodyPr/>
        <a:lstStyle/>
        <a:p>
          <a:endParaRPr lang="en-US"/>
        </a:p>
      </dgm:t>
    </dgm:pt>
    <dgm:pt modelId="{F61501B9-AA9B-4991-8F37-BED084552D8E}" type="sibTrans" cxnId="{BF00A66D-9183-408E-B189-432DE4FB5EAC}">
      <dgm:prSet/>
      <dgm:spPr/>
      <dgm:t>
        <a:bodyPr/>
        <a:lstStyle/>
        <a:p>
          <a:endParaRPr lang="en-US"/>
        </a:p>
      </dgm:t>
    </dgm:pt>
    <dgm:pt modelId="{B0E43CFA-BF4F-4972-9796-265AFEB9C23C}">
      <dgm:prSet/>
      <dgm:spPr/>
      <dgm:t>
        <a:bodyPr/>
        <a:lstStyle/>
        <a:p>
          <a:r>
            <a:rPr lang="en-US"/>
            <a:t>Trust features are either absent or bolted on after the fact</a:t>
          </a:r>
        </a:p>
      </dgm:t>
    </dgm:pt>
    <dgm:pt modelId="{1EDE9CA5-E828-445F-9B39-A669866EC594}" type="parTrans" cxnId="{20A648CB-9CD2-4275-B66C-1E20AAA79F8F}">
      <dgm:prSet/>
      <dgm:spPr/>
      <dgm:t>
        <a:bodyPr/>
        <a:lstStyle/>
        <a:p>
          <a:endParaRPr lang="en-US"/>
        </a:p>
      </dgm:t>
    </dgm:pt>
    <dgm:pt modelId="{716D3CDB-5C59-4397-8D30-7F9BFB54D2EE}" type="sibTrans" cxnId="{20A648CB-9CD2-4275-B66C-1E20AAA79F8F}">
      <dgm:prSet/>
      <dgm:spPr/>
      <dgm:t>
        <a:bodyPr/>
        <a:lstStyle/>
        <a:p>
          <a:endParaRPr lang="en-US"/>
        </a:p>
      </dgm:t>
    </dgm:pt>
    <dgm:pt modelId="{EAA1A3EF-DED9-4D95-8CCA-E799C76B9303}">
      <dgm:prSet/>
      <dgm:spPr/>
      <dgm:t>
        <a:bodyPr/>
        <a:lstStyle/>
        <a:p>
          <a:r>
            <a:rPr lang="en-US" b="1" dirty="0"/>
            <a:t>DirectLet addresses this by providing:</a:t>
          </a:r>
          <a:endParaRPr lang="en-US" dirty="0"/>
        </a:p>
      </dgm:t>
    </dgm:pt>
    <dgm:pt modelId="{A4E24C49-E62D-4411-AB70-DA0D87034F31}" type="parTrans" cxnId="{8BA9EC28-8888-4FE6-B5E3-F499E0D1EF3A}">
      <dgm:prSet/>
      <dgm:spPr/>
      <dgm:t>
        <a:bodyPr/>
        <a:lstStyle/>
        <a:p>
          <a:endParaRPr lang="en-US"/>
        </a:p>
      </dgm:t>
    </dgm:pt>
    <dgm:pt modelId="{D3FE4937-B2FE-47B9-A3AA-4EB8293D0276}" type="sibTrans" cxnId="{8BA9EC28-8888-4FE6-B5E3-F499E0D1EF3A}">
      <dgm:prSet/>
      <dgm:spPr/>
      <dgm:t>
        <a:bodyPr/>
        <a:lstStyle/>
        <a:p>
          <a:endParaRPr lang="en-US"/>
        </a:p>
      </dgm:t>
    </dgm:pt>
    <dgm:pt modelId="{42040455-06E9-4DE9-A273-EFBE4764609E}">
      <dgm:prSet/>
      <dgm:spPr/>
      <dgm:t>
        <a:bodyPr/>
        <a:lstStyle/>
        <a:p>
          <a:r>
            <a:rPr lang="en-US"/>
            <a:t>A fully integrated, end-to-end direct rental platform</a:t>
          </a:r>
        </a:p>
      </dgm:t>
    </dgm:pt>
    <dgm:pt modelId="{9974E340-28B3-4591-B0DF-01F8518CF993}" type="parTrans" cxnId="{4C65BB11-6AC9-4067-ADB1-ADA23A860D65}">
      <dgm:prSet/>
      <dgm:spPr/>
      <dgm:t>
        <a:bodyPr/>
        <a:lstStyle/>
        <a:p>
          <a:endParaRPr lang="en-US"/>
        </a:p>
      </dgm:t>
    </dgm:pt>
    <dgm:pt modelId="{C28189ED-FF44-4145-8583-A4B7F2A9AFDE}" type="sibTrans" cxnId="{4C65BB11-6AC9-4067-ADB1-ADA23A860D65}">
      <dgm:prSet/>
      <dgm:spPr/>
      <dgm:t>
        <a:bodyPr/>
        <a:lstStyle/>
        <a:p>
          <a:endParaRPr lang="en-US"/>
        </a:p>
      </dgm:t>
    </dgm:pt>
    <dgm:pt modelId="{5CBF3971-47BE-4CA3-B9EC-D1E3355E07E5}">
      <dgm:prSet/>
      <dgm:spPr/>
      <dgm:t>
        <a:bodyPr/>
        <a:lstStyle/>
        <a:p>
          <a:r>
            <a:rPr lang="en-US"/>
            <a:t>Built on conventional, scalable web architecture</a:t>
          </a:r>
        </a:p>
      </dgm:t>
    </dgm:pt>
    <dgm:pt modelId="{2D99593E-3ABC-4C5E-B067-95D6313ADD9D}" type="parTrans" cxnId="{147A8F6A-3AF8-467E-8257-2CF30543DB4A}">
      <dgm:prSet/>
      <dgm:spPr/>
      <dgm:t>
        <a:bodyPr/>
        <a:lstStyle/>
        <a:p>
          <a:endParaRPr lang="en-US"/>
        </a:p>
      </dgm:t>
    </dgm:pt>
    <dgm:pt modelId="{4E020CEF-FB86-4C40-9155-094CE96C6774}" type="sibTrans" cxnId="{147A8F6A-3AF8-467E-8257-2CF30543DB4A}">
      <dgm:prSet/>
      <dgm:spPr/>
      <dgm:t>
        <a:bodyPr/>
        <a:lstStyle/>
        <a:p>
          <a:endParaRPr lang="en-US"/>
        </a:p>
      </dgm:t>
    </dgm:pt>
    <dgm:pt modelId="{F2597E63-4825-49F5-99B4-1F5510AAEAF0}">
      <dgm:prSet/>
      <dgm:spPr/>
      <dgm:t>
        <a:bodyPr/>
        <a:lstStyle/>
        <a:p>
          <a:r>
            <a:rPr lang="en-US"/>
            <a:t>Designed with GDPR compliance and trust-by-design from the ground up</a:t>
          </a:r>
        </a:p>
      </dgm:t>
    </dgm:pt>
    <dgm:pt modelId="{F4DA8DD9-3A29-43F8-9DD5-64F530BE3B44}" type="parTrans" cxnId="{31348947-1ADE-409A-9ADB-40A009E3721E}">
      <dgm:prSet/>
      <dgm:spPr/>
      <dgm:t>
        <a:bodyPr/>
        <a:lstStyle/>
        <a:p>
          <a:endParaRPr lang="en-US"/>
        </a:p>
      </dgm:t>
    </dgm:pt>
    <dgm:pt modelId="{D97EE8AE-9408-4975-A759-3253F4A02099}" type="sibTrans" cxnId="{31348947-1ADE-409A-9ADB-40A009E3721E}">
      <dgm:prSet/>
      <dgm:spPr/>
      <dgm:t>
        <a:bodyPr/>
        <a:lstStyle/>
        <a:p>
          <a:endParaRPr lang="en-US"/>
        </a:p>
      </dgm:t>
    </dgm:pt>
    <dgm:pt modelId="{DF00EB25-98DB-42CC-A6E7-99464113514E}" type="pres">
      <dgm:prSet presAssocID="{E8077485-B7E3-44A7-ACC8-A557997C8EED}" presName="vert0" presStyleCnt="0">
        <dgm:presLayoutVars>
          <dgm:dir/>
          <dgm:animOne val="branch"/>
          <dgm:animLvl val="lvl"/>
        </dgm:presLayoutVars>
      </dgm:prSet>
      <dgm:spPr/>
    </dgm:pt>
    <dgm:pt modelId="{913847BA-1552-452A-A35D-2B0A126BA973}" type="pres">
      <dgm:prSet presAssocID="{4DFCADD0-12EF-4040-8014-AA5C7F2A5885}" presName="thickLine" presStyleLbl="alignNode1" presStyleIdx="0" presStyleCnt="8"/>
      <dgm:spPr/>
    </dgm:pt>
    <dgm:pt modelId="{FBE6BCF6-329A-4BA0-AAAD-2CA1B7BCE182}" type="pres">
      <dgm:prSet presAssocID="{4DFCADD0-12EF-4040-8014-AA5C7F2A5885}" presName="horz1" presStyleCnt="0"/>
      <dgm:spPr/>
    </dgm:pt>
    <dgm:pt modelId="{AC8B9717-BDD7-4032-9E38-3A04E55B3D13}" type="pres">
      <dgm:prSet presAssocID="{4DFCADD0-12EF-4040-8014-AA5C7F2A5885}" presName="tx1" presStyleLbl="revTx" presStyleIdx="0" presStyleCnt="8"/>
      <dgm:spPr/>
    </dgm:pt>
    <dgm:pt modelId="{CD11DDA5-38AF-4B4B-813F-BC776A22C9D7}" type="pres">
      <dgm:prSet presAssocID="{4DFCADD0-12EF-4040-8014-AA5C7F2A5885}" presName="vert1" presStyleCnt="0"/>
      <dgm:spPr/>
    </dgm:pt>
    <dgm:pt modelId="{42F98B4C-C1BB-4351-9465-4CFC055DCB1A}" type="pres">
      <dgm:prSet presAssocID="{7D53F3CA-627D-40DD-86E5-A74946028F5C}" presName="thickLine" presStyleLbl="alignNode1" presStyleIdx="1" presStyleCnt="8"/>
      <dgm:spPr/>
    </dgm:pt>
    <dgm:pt modelId="{ABF6344D-9893-4B6E-ABB7-499CD8415160}" type="pres">
      <dgm:prSet presAssocID="{7D53F3CA-627D-40DD-86E5-A74946028F5C}" presName="horz1" presStyleCnt="0"/>
      <dgm:spPr/>
    </dgm:pt>
    <dgm:pt modelId="{23DECBC7-5713-4C09-8769-D217CEA55EAC}" type="pres">
      <dgm:prSet presAssocID="{7D53F3CA-627D-40DD-86E5-A74946028F5C}" presName="tx1" presStyleLbl="revTx" presStyleIdx="1" presStyleCnt="8"/>
      <dgm:spPr/>
    </dgm:pt>
    <dgm:pt modelId="{3AB28039-5329-43B1-B720-60321D90B6D9}" type="pres">
      <dgm:prSet presAssocID="{7D53F3CA-627D-40DD-86E5-A74946028F5C}" presName="vert1" presStyleCnt="0"/>
      <dgm:spPr/>
    </dgm:pt>
    <dgm:pt modelId="{8310ED84-A538-45C8-8355-E25EA41DA17D}" type="pres">
      <dgm:prSet presAssocID="{25A6851E-2E6A-454A-BF11-CC2D78FA7A45}" presName="thickLine" presStyleLbl="alignNode1" presStyleIdx="2" presStyleCnt="8"/>
      <dgm:spPr/>
    </dgm:pt>
    <dgm:pt modelId="{B26EE9CE-E909-4AA8-BF44-A7254BC1FC0B}" type="pres">
      <dgm:prSet presAssocID="{25A6851E-2E6A-454A-BF11-CC2D78FA7A45}" presName="horz1" presStyleCnt="0"/>
      <dgm:spPr/>
    </dgm:pt>
    <dgm:pt modelId="{7FAE1CB9-9D54-4C90-9A53-5377E9B7C4A6}" type="pres">
      <dgm:prSet presAssocID="{25A6851E-2E6A-454A-BF11-CC2D78FA7A45}" presName="tx1" presStyleLbl="revTx" presStyleIdx="2" presStyleCnt="8"/>
      <dgm:spPr/>
    </dgm:pt>
    <dgm:pt modelId="{E924C957-1610-45E3-9E6E-FF8D780B32C8}" type="pres">
      <dgm:prSet presAssocID="{25A6851E-2E6A-454A-BF11-CC2D78FA7A45}" presName="vert1" presStyleCnt="0"/>
      <dgm:spPr/>
    </dgm:pt>
    <dgm:pt modelId="{A3B1F07B-314E-4665-9E5A-C3834EF4CA80}" type="pres">
      <dgm:prSet presAssocID="{B0E43CFA-BF4F-4972-9796-265AFEB9C23C}" presName="thickLine" presStyleLbl="alignNode1" presStyleIdx="3" presStyleCnt="8"/>
      <dgm:spPr/>
    </dgm:pt>
    <dgm:pt modelId="{40B3D7B2-16C8-43C3-BD4D-3F4B405D05D7}" type="pres">
      <dgm:prSet presAssocID="{B0E43CFA-BF4F-4972-9796-265AFEB9C23C}" presName="horz1" presStyleCnt="0"/>
      <dgm:spPr/>
    </dgm:pt>
    <dgm:pt modelId="{A75BFA17-B234-4243-9B03-A173A7FC83AB}" type="pres">
      <dgm:prSet presAssocID="{B0E43CFA-BF4F-4972-9796-265AFEB9C23C}" presName="tx1" presStyleLbl="revTx" presStyleIdx="3" presStyleCnt="8"/>
      <dgm:spPr/>
    </dgm:pt>
    <dgm:pt modelId="{06EE51B8-9064-4A78-93F7-AF1597FD9C89}" type="pres">
      <dgm:prSet presAssocID="{B0E43CFA-BF4F-4972-9796-265AFEB9C23C}" presName="vert1" presStyleCnt="0"/>
      <dgm:spPr/>
    </dgm:pt>
    <dgm:pt modelId="{3237CF07-E58E-4B45-9A92-2D67D6E1A6DA}" type="pres">
      <dgm:prSet presAssocID="{EAA1A3EF-DED9-4D95-8CCA-E799C76B9303}" presName="thickLine" presStyleLbl="alignNode1" presStyleIdx="4" presStyleCnt="8"/>
      <dgm:spPr/>
    </dgm:pt>
    <dgm:pt modelId="{08C26204-8A25-4D1F-A9AF-DA7635BD4711}" type="pres">
      <dgm:prSet presAssocID="{EAA1A3EF-DED9-4D95-8CCA-E799C76B9303}" presName="horz1" presStyleCnt="0"/>
      <dgm:spPr/>
    </dgm:pt>
    <dgm:pt modelId="{003F0A41-BE03-445A-990D-FA3BAD46846B}" type="pres">
      <dgm:prSet presAssocID="{EAA1A3EF-DED9-4D95-8CCA-E799C76B9303}" presName="tx1" presStyleLbl="revTx" presStyleIdx="4" presStyleCnt="8"/>
      <dgm:spPr/>
    </dgm:pt>
    <dgm:pt modelId="{25FE85A2-F3C3-479F-B386-2687B5AF79F4}" type="pres">
      <dgm:prSet presAssocID="{EAA1A3EF-DED9-4D95-8CCA-E799C76B9303}" presName="vert1" presStyleCnt="0"/>
      <dgm:spPr/>
    </dgm:pt>
    <dgm:pt modelId="{1E5456C2-CBDB-4DAF-9486-277C9E031BA3}" type="pres">
      <dgm:prSet presAssocID="{42040455-06E9-4DE9-A273-EFBE4764609E}" presName="thickLine" presStyleLbl="alignNode1" presStyleIdx="5" presStyleCnt="8"/>
      <dgm:spPr/>
    </dgm:pt>
    <dgm:pt modelId="{491A83C7-5816-4DE8-991C-340CE6B9E7EE}" type="pres">
      <dgm:prSet presAssocID="{42040455-06E9-4DE9-A273-EFBE4764609E}" presName="horz1" presStyleCnt="0"/>
      <dgm:spPr/>
    </dgm:pt>
    <dgm:pt modelId="{6115C0AB-67D7-4325-92EC-1B5CAA9C6758}" type="pres">
      <dgm:prSet presAssocID="{42040455-06E9-4DE9-A273-EFBE4764609E}" presName="tx1" presStyleLbl="revTx" presStyleIdx="5" presStyleCnt="8"/>
      <dgm:spPr/>
    </dgm:pt>
    <dgm:pt modelId="{C7687BEF-450A-4560-88A8-3BCBC7E3E28D}" type="pres">
      <dgm:prSet presAssocID="{42040455-06E9-4DE9-A273-EFBE4764609E}" presName="vert1" presStyleCnt="0"/>
      <dgm:spPr/>
    </dgm:pt>
    <dgm:pt modelId="{8E190783-302B-40F8-91CE-F78E25F465A6}" type="pres">
      <dgm:prSet presAssocID="{5CBF3971-47BE-4CA3-B9EC-D1E3355E07E5}" presName="thickLine" presStyleLbl="alignNode1" presStyleIdx="6" presStyleCnt="8"/>
      <dgm:spPr/>
    </dgm:pt>
    <dgm:pt modelId="{C8FD7290-56A1-4D60-BF84-16857C25DFED}" type="pres">
      <dgm:prSet presAssocID="{5CBF3971-47BE-4CA3-B9EC-D1E3355E07E5}" presName="horz1" presStyleCnt="0"/>
      <dgm:spPr/>
    </dgm:pt>
    <dgm:pt modelId="{B672D224-026D-4A04-A727-D196C44FBAB8}" type="pres">
      <dgm:prSet presAssocID="{5CBF3971-47BE-4CA3-B9EC-D1E3355E07E5}" presName="tx1" presStyleLbl="revTx" presStyleIdx="6" presStyleCnt="8"/>
      <dgm:spPr/>
    </dgm:pt>
    <dgm:pt modelId="{EE3F03D7-2D28-4D16-9F3D-A9489A5621AB}" type="pres">
      <dgm:prSet presAssocID="{5CBF3971-47BE-4CA3-B9EC-D1E3355E07E5}" presName="vert1" presStyleCnt="0"/>
      <dgm:spPr/>
    </dgm:pt>
    <dgm:pt modelId="{3E450106-9AAC-4E40-961A-E02E6769D999}" type="pres">
      <dgm:prSet presAssocID="{F2597E63-4825-49F5-99B4-1F5510AAEAF0}" presName="thickLine" presStyleLbl="alignNode1" presStyleIdx="7" presStyleCnt="8"/>
      <dgm:spPr/>
    </dgm:pt>
    <dgm:pt modelId="{A61B2783-7165-41E5-8B72-387C2986B6CE}" type="pres">
      <dgm:prSet presAssocID="{F2597E63-4825-49F5-99B4-1F5510AAEAF0}" presName="horz1" presStyleCnt="0"/>
      <dgm:spPr/>
    </dgm:pt>
    <dgm:pt modelId="{D6A05E62-DAAE-4D22-A7CC-9AFD17BA1736}" type="pres">
      <dgm:prSet presAssocID="{F2597E63-4825-49F5-99B4-1F5510AAEAF0}" presName="tx1" presStyleLbl="revTx" presStyleIdx="7" presStyleCnt="8"/>
      <dgm:spPr/>
    </dgm:pt>
    <dgm:pt modelId="{2A70B734-AEAF-4256-9869-4D73CD4E89AB}" type="pres">
      <dgm:prSet presAssocID="{F2597E63-4825-49F5-99B4-1F5510AAEAF0}" presName="vert1" presStyleCnt="0"/>
      <dgm:spPr/>
    </dgm:pt>
  </dgm:ptLst>
  <dgm:cxnLst>
    <dgm:cxn modelId="{4C65BB11-6AC9-4067-ADB1-ADA23A860D65}" srcId="{E8077485-B7E3-44A7-ACC8-A557997C8EED}" destId="{42040455-06E9-4DE9-A273-EFBE4764609E}" srcOrd="5" destOrd="0" parTransId="{9974E340-28B3-4591-B0DF-01F8518CF993}" sibTransId="{C28189ED-FF44-4145-8583-A4B7F2A9AFDE}"/>
    <dgm:cxn modelId="{97F4011A-5801-483F-AC33-9EBAA4AFF257}" type="presOf" srcId="{EAA1A3EF-DED9-4D95-8CCA-E799C76B9303}" destId="{003F0A41-BE03-445A-990D-FA3BAD46846B}" srcOrd="0" destOrd="0" presId="urn:microsoft.com/office/officeart/2008/layout/LinedList"/>
    <dgm:cxn modelId="{42C4981B-36B7-4FA1-AC2B-1A8A6656D307}" type="presOf" srcId="{4DFCADD0-12EF-4040-8014-AA5C7F2A5885}" destId="{AC8B9717-BDD7-4032-9E38-3A04E55B3D13}" srcOrd="0" destOrd="0" presId="urn:microsoft.com/office/officeart/2008/layout/LinedList"/>
    <dgm:cxn modelId="{8BA9EC28-8888-4FE6-B5E3-F499E0D1EF3A}" srcId="{E8077485-B7E3-44A7-ACC8-A557997C8EED}" destId="{EAA1A3EF-DED9-4D95-8CCA-E799C76B9303}" srcOrd="4" destOrd="0" parTransId="{A4E24C49-E62D-4411-AB70-DA0D87034F31}" sibTransId="{D3FE4937-B2FE-47B9-A3AA-4EB8293D0276}"/>
    <dgm:cxn modelId="{839A553B-CB64-4103-8523-2620C319408A}" type="presOf" srcId="{42040455-06E9-4DE9-A273-EFBE4764609E}" destId="{6115C0AB-67D7-4325-92EC-1B5CAA9C6758}" srcOrd="0" destOrd="0" presId="urn:microsoft.com/office/officeart/2008/layout/LinedList"/>
    <dgm:cxn modelId="{899E0D62-8CB6-42B1-B9B6-D326A817BE97}" type="presOf" srcId="{7D53F3CA-627D-40DD-86E5-A74946028F5C}" destId="{23DECBC7-5713-4C09-8769-D217CEA55EAC}" srcOrd="0" destOrd="0" presId="urn:microsoft.com/office/officeart/2008/layout/LinedList"/>
    <dgm:cxn modelId="{31348947-1ADE-409A-9ADB-40A009E3721E}" srcId="{E8077485-B7E3-44A7-ACC8-A557997C8EED}" destId="{F2597E63-4825-49F5-99B4-1F5510AAEAF0}" srcOrd="7" destOrd="0" parTransId="{F4DA8DD9-3A29-43F8-9DD5-64F530BE3B44}" sibTransId="{D97EE8AE-9408-4975-A759-3253F4A02099}"/>
    <dgm:cxn modelId="{147A8F6A-3AF8-467E-8257-2CF30543DB4A}" srcId="{E8077485-B7E3-44A7-ACC8-A557997C8EED}" destId="{5CBF3971-47BE-4CA3-B9EC-D1E3355E07E5}" srcOrd="6" destOrd="0" parTransId="{2D99593E-3ABC-4C5E-B067-95D6313ADD9D}" sibTransId="{4E020CEF-FB86-4C40-9155-094CE96C6774}"/>
    <dgm:cxn modelId="{BF00A66D-9183-408E-B189-432DE4FB5EAC}" srcId="{E8077485-B7E3-44A7-ACC8-A557997C8EED}" destId="{25A6851E-2E6A-454A-BF11-CC2D78FA7A45}" srcOrd="2" destOrd="0" parTransId="{90FBFB77-65C7-47C6-B279-1F5184F1A31A}" sibTransId="{F61501B9-AA9B-4991-8F37-BED084552D8E}"/>
    <dgm:cxn modelId="{79826772-C464-4EEA-9B09-5DEAF1B80449}" type="presOf" srcId="{B0E43CFA-BF4F-4972-9796-265AFEB9C23C}" destId="{A75BFA17-B234-4243-9B03-A173A7FC83AB}" srcOrd="0" destOrd="0" presId="urn:microsoft.com/office/officeart/2008/layout/LinedList"/>
    <dgm:cxn modelId="{0634C755-C1B5-4698-B434-EA1A4AD98234}" type="presOf" srcId="{F2597E63-4825-49F5-99B4-1F5510AAEAF0}" destId="{D6A05E62-DAAE-4D22-A7CC-9AFD17BA1736}" srcOrd="0" destOrd="0" presId="urn:microsoft.com/office/officeart/2008/layout/LinedList"/>
    <dgm:cxn modelId="{5CD05D82-B6CB-45C0-99B6-3EE2E6F80753}" type="presOf" srcId="{5CBF3971-47BE-4CA3-B9EC-D1E3355E07E5}" destId="{B672D224-026D-4A04-A727-D196C44FBAB8}" srcOrd="0" destOrd="0" presId="urn:microsoft.com/office/officeart/2008/layout/LinedList"/>
    <dgm:cxn modelId="{BEFEF585-6F56-4D0D-908C-F73D855B8CA5}" srcId="{E8077485-B7E3-44A7-ACC8-A557997C8EED}" destId="{4DFCADD0-12EF-4040-8014-AA5C7F2A5885}" srcOrd="0" destOrd="0" parTransId="{0C66E620-CE91-41A6-BB93-39BEAAD79E4A}" sibTransId="{96F034FB-4B1D-431A-8EF6-6C99D7F20F52}"/>
    <dgm:cxn modelId="{1FC0C493-18EA-4301-B623-B02AE0AE3680}" type="presOf" srcId="{E8077485-B7E3-44A7-ACC8-A557997C8EED}" destId="{DF00EB25-98DB-42CC-A6E7-99464113514E}" srcOrd="0" destOrd="0" presId="urn:microsoft.com/office/officeart/2008/layout/LinedList"/>
    <dgm:cxn modelId="{BF5A509F-D40B-44C0-B249-0D60073E4B59}" srcId="{E8077485-B7E3-44A7-ACC8-A557997C8EED}" destId="{7D53F3CA-627D-40DD-86E5-A74946028F5C}" srcOrd="1" destOrd="0" parTransId="{D39A3E50-F193-44DF-A08E-B704D1BAE6AD}" sibTransId="{2D9CAE63-4828-4130-AB4C-12E8168C4398}"/>
    <dgm:cxn modelId="{20A648CB-9CD2-4275-B66C-1E20AAA79F8F}" srcId="{E8077485-B7E3-44A7-ACC8-A557997C8EED}" destId="{B0E43CFA-BF4F-4972-9796-265AFEB9C23C}" srcOrd="3" destOrd="0" parTransId="{1EDE9CA5-E828-445F-9B39-A669866EC594}" sibTransId="{716D3CDB-5C59-4397-8D30-7F9BFB54D2EE}"/>
    <dgm:cxn modelId="{867377EF-FDBA-4472-83E2-61B91FA4367D}" type="presOf" srcId="{25A6851E-2E6A-454A-BF11-CC2D78FA7A45}" destId="{7FAE1CB9-9D54-4C90-9A53-5377E9B7C4A6}" srcOrd="0" destOrd="0" presId="urn:microsoft.com/office/officeart/2008/layout/LinedList"/>
    <dgm:cxn modelId="{A28D6D66-A5CB-4C1D-9821-90DE977F419A}" type="presParOf" srcId="{DF00EB25-98DB-42CC-A6E7-99464113514E}" destId="{913847BA-1552-452A-A35D-2B0A126BA973}" srcOrd="0" destOrd="0" presId="urn:microsoft.com/office/officeart/2008/layout/LinedList"/>
    <dgm:cxn modelId="{452E1EE0-0E86-42A4-9B5B-B1ECC3C813B1}" type="presParOf" srcId="{DF00EB25-98DB-42CC-A6E7-99464113514E}" destId="{FBE6BCF6-329A-4BA0-AAAD-2CA1B7BCE182}" srcOrd="1" destOrd="0" presId="urn:microsoft.com/office/officeart/2008/layout/LinedList"/>
    <dgm:cxn modelId="{648995EF-C2A7-402D-BC45-F3E53B93D52B}" type="presParOf" srcId="{FBE6BCF6-329A-4BA0-AAAD-2CA1B7BCE182}" destId="{AC8B9717-BDD7-4032-9E38-3A04E55B3D13}" srcOrd="0" destOrd="0" presId="urn:microsoft.com/office/officeart/2008/layout/LinedList"/>
    <dgm:cxn modelId="{8A6D4F3F-0534-4C0C-B1F2-16BE5976D32C}" type="presParOf" srcId="{FBE6BCF6-329A-4BA0-AAAD-2CA1B7BCE182}" destId="{CD11DDA5-38AF-4B4B-813F-BC776A22C9D7}" srcOrd="1" destOrd="0" presId="urn:microsoft.com/office/officeart/2008/layout/LinedList"/>
    <dgm:cxn modelId="{C7089478-6BD0-4AD8-9724-7C78C1DB47E5}" type="presParOf" srcId="{DF00EB25-98DB-42CC-A6E7-99464113514E}" destId="{42F98B4C-C1BB-4351-9465-4CFC055DCB1A}" srcOrd="2" destOrd="0" presId="urn:microsoft.com/office/officeart/2008/layout/LinedList"/>
    <dgm:cxn modelId="{5D0B6879-E852-492C-8391-A9B334A861C8}" type="presParOf" srcId="{DF00EB25-98DB-42CC-A6E7-99464113514E}" destId="{ABF6344D-9893-4B6E-ABB7-499CD8415160}" srcOrd="3" destOrd="0" presId="urn:microsoft.com/office/officeart/2008/layout/LinedList"/>
    <dgm:cxn modelId="{B3022E7A-DAF4-4985-ACE8-D4F1DA7CA1B9}" type="presParOf" srcId="{ABF6344D-9893-4B6E-ABB7-499CD8415160}" destId="{23DECBC7-5713-4C09-8769-D217CEA55EAC}" srcOrd="0" destOrd="0" presId="urn:microsoft.com/office/officeart/2008/layout/LinedList"/>
    <dgm:cxn modelId="{9BF45785-97B0-43CD-B219-4D0AECB29729}" type="presParOf" srcId="{ABF6344D-9893-4B6E-ABB7-499CD8415160}" destId="{3AB28039-5329-43B1-B720-60321D90B6D9}" srcOrd="1" destOrd="0" presId="urn:microsoft.com/office/officeart/2008/layout/LinedList"/>
    <dgm:cxn modelId="{72787CCD-6B87-4C3C-A271-55EE70D3257A}" type="presParOf" srcId="{DF00EB25-98DB-42CC-A6E7-99464113514E}" destId="{8310ED84-A538-45C8-8355-E25EA41DA17D}" srcOrd="4" destOrd="0" presId="urn:microsoft.com/office/officeart/2008/layout/LinedList"/>
    <dgm:cxn modelId="{93B6F561-4A53-4C00-BCF1-970704E3FF26}" type="presParOf" srcId="{DF00EB25-98DB-42CC-A6E7-99464113514E}" destId="{B26EE9CE-E909-4AA8-BF44-A7254BC1FC0B}" srcOrd="5" destOrd="0" presId="urn:microsoft.com/office/officeart/2008/layout/LinedList"/>
    <dgm:cxn modelId="{7AA92072-8AAF-4C70-BC88-ABA04D3619DE}" type="presParOf" srcId="{B26EE9CE-E909-4AA8-BF44-A7254BC1FC0B}" destId="{7FAE1CB9-9D54-4C90-9A53-5377E9B7C4A6}" srcOrd="0" destOrd="0" presId="urn:microsoft.com/office/officeart/2008/layout/LinedList"/>
    <dgm:cxn modelId="{3CF446B5-49F8-42D6-A889-7639508DF547}" type="presParOf" srcId="{B26EE9CE-E909-4AA8-BF44-A7254BC1FC0B}" destId="{E924C957-1610-45E3-9E6E-FF8D780B32C8}" srcOrd="1" destOrd="0" presId="urn:microsoft.com/office/officeart/2008/layout/LinedList"/>
    <dgm:cxn modelId="{99D90ACD-487D-4AE5-9ABB-87942CCA0A06}" type="presParOf" srcId="{DF00EB25-98DB-42CC-A6E7-99464113514E}" destId="{A3B1F07B-314E-4665-9E5A-C3834EF4CA80}" srcOrd="6" destOrd="0" presId="urn:microsoft.com/office/officeart/2008/layout/LinedList"/>
    <dgm:cxn modelId="{E43332C8-1211-4CBE-8BD6-C47710C1B85B}" type="presParOf" srcId="{DF00EB25-98DB-42CC-A6E7-99464113514E}" destId="{40B3D7B2-16C8-43C3-BD4D-3F4B405D05D7}" srcOrd="7" destOrd="0" presId="urn:microsoft.com/office/officeart/2008/layout/LinedList"/>
    <dgm:cxn modelId="{2DC9E435-4F39-4E2B-BC6D-AA1B9C1A4B37}" type="presParOf" srcId="{40B3D7B2-16C8-43C3-BD4D-3F4B405D05D7}" destId="{A75BFA17-B234-4243-9B03-A173A7FC83AB}" srcOrd="0" destOrd="0" presId="urn:microsoft.com/office/officeart/2008/layout/LinedList"/>
    <dgm:cxn modelId="{51345545-3B5E-49C8-AAEF-E20576543E18}" type="presParOf" srcId="{40B3D7B2-16C8-43C3-BD4D-3F4B405D05D7}" destId="{06EE51B8-9064-4A78-93F7-AF1597FD9C89}" srcOrd="1" destOrd="0" presId="urn:microsoft.com/office/officeart/2008/layout/LinedList"/>
    <dgm:cxn modelId="{067C854B-CD3C-458B-A5EB-B90CAB317EF2}" type="presParOf" srcId="{DF00EB25-98DB-42CC-A6E7-99464113514E}" destId="{3237CF07-E58E-4B45-9A92-2D67D6E1A6DA}" srcOrd="8" destOrd="0" presId="urn:microsoft.com/office/officeart/2008/layout/LinedList"/>
    <dgm:cxn modelId="{CB5ADDD9-DD39-46EF-A4EC-BBFA9F1938A0}" type="presParOf" srcId="{DF00EB25-98DB-42CC-A6E7-99464113514E}" destId="{08C26204-8A25-4D1F-A9AF-DA7635BD4711}" srcOrd="9" destOrd="0" presId="urn:microsoft.com/office/officeart/2008/layout/LinedList"/>
    <dgm:cxn modelId="{51C8BF05-DC9E-4A62-B95D-37467DA3C15C}" type="presParOf" srcId="{08C26204-8A25-4D1F-A9AF-DA7635BD4711}" destId="{003F0A41-BE03-445A-990D-FA3BAD46846B}" srcOrd="0" destOrd="0" presId="urn:microsoft.com/office/officeart/2008/layout/LinedList"/>
    <dgm:cxn modelId="{4093A914-AA4C-40E5-A466-ADC72C10C1F9}" type="presParOf" srcId="{08C26204-8A25-4D1F-A9AF-DA7635BD4711}" destId="{25FE85A2-F3C3-479F-B386-2687B5AF79F4}" srcOrd="1" destOrd="0" presId="urn:microsoft.com/office/officeart/2008/layout/LinedList"/>
    <dgm:cxn modelId="{9FEA0953-F81E-4F67-8791-49114DCDD30B}" type="presParOf" srcId="{DF00EB25-98DB-42CC-A6E7-99464113514E}" destId="{1E5456C2-CBDB-4DAF-9486-277C9E031BA3}" srcOrd="10" destOrd="0" presId="urn:microsoft.com/office/officeart/2008/layout/LinedList"/>
    <dgm:cxn modelId="{46C411BA-00E0-4800-9496-17C59E63D6BE}" type="presParOf" srcId="{DF00EB25-98DB-42CC-A6E7-99464113514E}" destId="{491A83C7-5816-4DE8-991C-340CE6B9E7EE}" srcOrd="11" destOrd="0" presId="urn:microsoft.com/office/officeart/2008/layout/LinedList"/>
    <dgm:cxn modelId="{84FC766F-6F7B-413E-B243-2618DEF80833}" type="presParOf" srcId="{491A83C7-5816-4DE8-991C-340CE6B9E7EE}" destId="{6115C0AB-67D7-4325-92EC-1B5CAA9C6758}" srcOrd="0" destOrd="0" presId="urn:microsoft.com/office/officeart/2008/layout/LinedList"/>
    <dgm:cxn modelId="{E7C08D44-5DEF-4032-BF60-E1DF3B01558D}" type="presParOf" srcId="{491A83C7-5816-4DE8-991C-340CE6B9E7EE}" destId="{C7687BEF-450A-4560-88A8-3BCBC7E3E28D}" srcOrd="1" destOrd="0" presId="urn:microsoft.com/office/officeart/2008/layout/LinedList"/>
    <dgm:cxn modelId="{9E4BCD2A-E801-45DA-8709-70834BFAEEF2}" type="presParOf" srcId="{DF00EB25-98DB-42CC-A6E7-99464113514E}" destId="{8E190783-302B-40F8-91CE-F78E25F465A6}" srcOrd="12" destOrd="0" presId="urn:microsoft.com/office/officeart/2008/layout/LinedList"/>
    <dgm:cxn modelId="{F2D7881A-808C-48DA-A6C1-B1CBB65EF5D6}" type="presParOf" srcId="{DF00EB25-98DB-42CC-A6E7-99464113514E}" destId="{C8FD7290-56A1-4D60-BF84-16857C25DFED}" srcOrd="13" destOrd="0" presId="urn:microsoft.com/office/officeart/2008/layout/LinedList"/>
    <dgm:cxn modelId="{8AF3D94F-52C3-4533-9509-A315E3280128}" type="presParOf" srcId="{C8FD7290-56A1-4D60-BF84-16857C25DFED}" destId="{B672D224-026D-4A04-A727-D196C44FBAB8}" srcOrd="0" destOrd="0" presId="urn:microsoft.com/office/officeart/2008/layout/LinedList"/>
    <dgm:cxn modelId="{01AE6535-44AB-4B30-AA83-693C632C70FD}" type="presParOf" srcId="{C8FD7290-56A1-4D60-BF84-16857C25DFED}" destId="{EE3F03D7-2D28-4D16-9F3D-A9489A5621AB}" srcOrd="1" destOrd="0" presId="urn:microsoft.com/office/officeart/2008/layout/LinedList"/>
    <dgm:cxn modelId="{6D1F8288-F66B-46F8-92B5-A650AD18E4DF}" type="presParOf" srcId="{DF00EB25-98DB-42CC-A6E7-99464113514E}" destId="{3E450106-9AAC-4E40-961A-E02E6769D999}" srcOrd="14" destOrd="0" presId="urn:microsoft.com/office/officeart/2008/layout/LinedList"/>
    <dgm:cxn modelId="{B41E16DA-669D-4820-80F4-F3D15374E545}" type="presParOf" srcId="{DF00EB25-98DB-42CC-A6E7-99464113514E}" destId="{A61B2783-7165-41E5-8B72-387C2986B6CE}" srcOrd="15" destOrd="0" presId="urn:microsoft.com/office/officeart/2008/layout/LinedList"/>
    <dgm:cxn modelId="{E358382E-81A6-4B0F-9FC1-98CB094B6196}" type="presParOf" srcId="{A61B2783-7165-41E5-8B72-387C2986B6CE}" destId="{D6A05E62-DAAE-4D22-A7CC-9AFD17BA1736}" srcOrd="0" destOrd="0" presId="urn:microsoft.com/office/officeart/2008/layout/LinedList"/>
    <dgm:cxn modelId="{CC1DED86-8063-4B8A-8020-6374BB7865D1}" type="presParOf" srcId="{A61B2783-7165-41E5-8B72-387C2986B6CE}" destId="{2A70B734-AEAF-4256-9869-4D73CD4E89A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CA33F6A-EB68-493A-B584-006E5A61328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83E058-E942-4C7D-9184-AFF65D92F2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Property listing creation with image uploads</a:t>
          </a:r>
        </a:p>
      </dgm:t>
    </dgm:pt>
    <dgm:pt modelId="{C93389A2-C0FE-4CE7-AC46-B0FF017C6331}" type="parTrans" cxnId="{E59F50F0-79CC-4C10-AB81-A063E7248E99}">
      <dgm:prSet/>
      <dgm:spPr/>
      <dgm:t>
        <a:bodyPr/>
        <a:lstStyle/>
        <a:p>
          <a:endParaRPr lang="en-US"/>
        </a:p>
      </dgm:t>
    </dgm:pt>
    <dgm:pt modelId="{3D547D37-EF1B-4490-9459-847BECA61FB6}" type="sibTrans" cxnId="{E59F50F0-79CC-4C10-AB81-A063E7248E99}">
      <dgm:prSet/>
      <dgm:spPr/>
      <dgm:t>
        <a:bodyPr/>
        <a:lstStyle/>
        <a:p>
          <a:endParaRPr lang="en-US"/>
        </a:p>
      </dgm:t>
    </dgm:pt>
    <dgm:pt modelId="{A545D9E1-6F9C-4558-A4D4-373C7D03C0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Advanced search filters - price, location, bedrooms</a:t>
          </a:r>
        </a:p>
      </dgm:t>
    </dgm:pt>
    <dgm:pt modelId="{E318F9AF-C423-4845-9DC1-6C2BCB54ABA3}" type="parTrans" cxnId="{89F453BE-4FBF-4827-B488-4B5E2A75DBED}">
      <dgm:prSet/>
      <dgm:spPr/>
      <dgm:t>
        <a:bodyPr/>
        <a:lstStyle/>
        <a:p>
          <a:endParaRPr lang="en-US"/>
        </a:p>
      </dgm:t>
    </dgm:pt>
    <dgm:pt modelId="{E9A6DA40-9A1C-491A-BDDE-CF9E151EB682}" type="sibTrans" cxnId="{89F453BE-4FBF-4827-B488-4B5E2A75DBED}">
      <dgm:prSet/>
      <dgm:spPr/>
      <dgm:t>
        <a:bodyPr/>
        <a:lstStyle/>
        <a:p>
          <a:endParaRPr lang="en-US"/>
        </a:p>
      </dgm:t>
    </dgm:pt>
    <dgm:pt modelId="{2FDA5115-A1D9-458C-99D6-3999F03824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Interactive map view via OpenStreetMap</a:t>
          </a:r>
        </a:p>
      </dgm:t>
    </dgm:pt>
    <dgm:pt modelId="{BC4DB099-582A-439D-BCB3-B5B28319A09D}" type="parTrans" cxnId="{1DE6A1C1-980C-4C1F-AD0F-A856F7178526}">
      <dgm:prSet/>
      <dgm:spPr/>
      <dgm:t>
        <a:bodyPr/>
        <a:lstStyle/>
        <a:p>
          <a:endParaRPr lang="en-US"/>
        </a:p>
      </dgm:t>
    </dgm:pt>
    <dgm:pt modelId="{0E88AACD-D6D6-48B3-A0FE-4D009D3AABFF}" type="sibTrans" cxnId="{1DE6A1C1-980C-4C1F-AD0F-A856F7178526}">
      <dgm:prSet/>
      <dgm:spPr/>
      <dgm:t>
        <a:bodyPr/>
        <a:lstStyle/>
        <a:p>
          <a:endParaRPr lang="en-US"/>
        </a:p>
      </dgm:t>
    </dgm:pt>
    <dgm:pt modelId="{22454815-3A93-4D59-BC46-5890CB5D23ED}" type="pres">
      <dgm:prSet presAssocID="{4CA33F6A-EB68-493A-B584-006E5A613289}" presName="root" presStyleCnt="0">
        <dgm:presLayoutVars>
          <dgm:dir/>
          <dgm:resizeHandles val="exact"/>
        </dgm:presLayoutVars>
      </dgm:prSet>
      <dgm:spPr/>
    </dgm:pt>
    <dgm:pt modelId="{D7DE1BF4-7540-4CBF-AA1E-8F3276334591}" type="pres">
      <dgm:prSet presAssocID="{EA83E058-E942-4C7D-9184-AFF65D92F29D}" presName="compNode" presStyleCnt="0"/>
      <dgm:spPr/>
    </dgm:pt>
    <dgm:pt modelId="{94E8364B-8B61-4FAA-9E98-BC4C51CF6CD3}" type="pres">
      <dgm:prSet presAssocID="{EA83E058-E942-4C7D-9184-AFF65D92F29D}" presName="bgRect" presStyleLbl="bgShp" presStyleIdx="0" presStyleCnt="3"/>
      <dgm:spPr/>
    </dgm:pt>
    <dgm:pt modelId="{2E842521-5CD7-4975-9435-53EBCDA3C3A7}" type="pres">
      <dgm:prSet presAssocID="{EA83E058-E942-4C7D-9184-AFF65D92F29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D5F4D3D0-ED64-43A5-9AFA-D2E21857FA4B}" type="pres">
      <dgm:prSet presAssocID="{EA83E058-E942-4C7D-9184-AFF65D92F29D}" presName="spaceRect" presStyleCnt="0"/>
      <dgm:spPr/>
    </dgm:pt>
    <dgm:pt modelId="{67D797AC-4EBA-4F03-A6AB-0D54826A722E}" type="pres">
      <dgm:prSet presAssocID="{EA83E058-E942-4C7D-9184-AFF65D92F29D}" presName="parTx" presStyleLbl="revTx" presStyleIdx="0" presStyleCnt="3">
        <dgm:presLayoutVars>
          <dgm:chMax val="0"/>
          <dgm:chPref val="0"/>
        </dgm:presLayoutVars>
      </dgm:prSet>
      <dgm:spPr/>
    </dgm:pt>
    <dgm:pt modelId="{42EB5107-49FB-4A44-96DD-94CDFE308117}" type="pres">
      <dgm:prSet presAssocID="{3D547D37-EF1B-4490-9459-847BECA61FB6}" presName="sibTrans" presStyleCnt="0"/>
      <dgm:spPr/>
    </dgm:pt>
    <dgm:pt modelId="{51D4F590-5F56-48B4-83EC-C1ABBE3EC882}" type="pres">
      <dgm:prSet presAssocID="{A545D9E1-6F9C-4558-A4D4-373C7D03C077}" presName="compNode" presStyleCnt="0"/>
      <dgm:spPr/>
    </dgm:pt>
    <dgm:pt modelId="{60D30CA5-A7EB-4CEE-9143-B432EA95AF28}" type="pres">
      <dgm:prSet presAssocID="{A545D9E1-6F9C-4558-A4D4-373C7D03C077}" presName="bgRect" presStyleLbl="bgShp" presStyleIdx="1" presStyleCnt="3"/>
      <dgm:spPr/>
    </dgm:pt>
    <dgm:pt modelId="{353147CF-921C-4E1E-8995-DE5E76BF0C7E}" type="pres">
      <dgm:prSet presAssocID="{A545D9E1-6F9C-4558-A4D4-373C7D03C07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8DF2628A-25C2-46A0-AED8-AC1653F6BD29}" type="pres">
      <dgm:prSet presAssocID="{A545D9E1-6F9C-4558-A4D4-373C7D03C077}" presName="spaceRect" presStyleCnt="0"/>
      <dgm:spPr/>
    </dgm:pt>
    <dgm:pt modelId="{C977C424-F972-44F1-B909-4004239F92B1}" type="pres">
      <dgm:prSet presAssocID="{A545D9E1-6F9C-4558-A4D4-373C7D03C077}" presName="parTx" presStyleLbl="revTx" presStyleIdx="1" presStyleCnt="3">
        <dgm:presLayoutVars>
          <dgm:chMax val="0"/>
          <dgm:chPref val="0"/>
        </dgm:presLayoutVars>
      </dgm:prSet>
      <dgm:spPr/>
    </dgm:pt>
    <dgm:pt modelId="{4FFD3FB8-8FBE-47F9-832C-B312FF2C9F33}" type="pres">
      <dgm:prSet presAssocID="{E9A6DA40-9A1C-491A-BDDE-CF9E151EB682}" presName="sibTrans" presStyleCnt="0"/>
      <dgm:spPr/>
    </dgm:pt>
    <dgm:pt modelId="{6BD1B0E4-09B5-42F3-A97C-55749FCE665A}" type="pres">
      <dgm:prSet presAssocID="{2FDA5115-A1D9-458C-99D6-3999F0382436}" presName="compNode" presStyleCnt="0"/>
      <dgm:spPr/>
    </dgm:pt>
    <dgm:pt modelId="{47001914-08D1-4AF6-9CAA-C8B977182239}" type="pres">
      <dgm:prSet presAssocID="{2FDA5115-A1D9-458C-99D6-3999F0382436}" presName="bgRect" presStyleLbl="bgShp" presStyleIdx="2" presStyleCnt="3"/>
      <dgm:spPr/>
    </dgm:pt>
    <dgm:pt modelId="{E8C43782-121A-4771-BA46-FD6498231359}" type="pres">
      <dgm:prSet presAssocID="{2FDA5115-A1D9-458C-99D6-3999F038243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D8C1F5BA-4620-4BC1-977D-A16CE116C9FF}" type="pres">
      <dgm:prSet presAssocID="{2FDA5115-A1D9-458C-99D6-3999F0382436}" presName="spaceRect" presStyleCnt="0"/>
      <dgm:spPr/>
    </dgm:pt>
    <dgm:pt modelId="{BF95D5D6-1519-45DE-A716-C274FB589183}" type="pres">
      <dgm:prSet presAssocID="{2FDA5115-A1D9-458C-99D6-3999F038243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B3D070D-1733-4682-B066-8E76264B9E24}" type="presOf" srcId="{2FDA5115-A1D9-458C-99D6-3999F0382436}" destId="{BF95D5D6-1519-45DE-A716-C274FB589183}" srcOrd="0" destOrd="0" presId="urn:microsoft.com/office/officeart/2018/2/layout/IconVerticalSolidList"/>
    <dgm:cxn modelId="{35B55F54-FCFE-44AA-AC6C-0F59D3545302}" type="presOf" srcId="{A545D9E1-6F9C-4558-A4D4-373C7D03C077}" destId="{C977C424-F972-44F1-B909-4004239F92B1}" srcOrd="0" destOrd="0" presId="urn:microsoft.com/office/officeart/2018/2/layout/IconVerticalSolidList"/>
    <dgm:cxn modelId="{182D4FB2-EDA7-4269-9E53-495D59A8E4A5}" type="presOf" srcId="{4CA33F6A-EB68-493A-B584-006E5A613289}" destId="{22454815-3A93-4D59-BC46-5890CB5D23ED}" srcOrd="0" destOrd="0" presId="urn:microsoft.com/office/officeart/2018/2/layout/IconVerticalSolidList"/>
    <dgm:cxn modelId="{89F453BE-4FBF-4827-B488-4B5E2A75DBED}" srcId="{4CA33F6A-EB68-493A-B584-006E5A613289}" destId="{A545D9E1-6F9C-4558-A4D4-373C7D03C077}" srcOrd="1" destOrd="0" parTransId="{E318F9AF-C423-4845-9DC1-6C2BCB54ABA3}" sibTransId="{E9A6DA40-9A1C-491A-BDDE-CF9E151EB682}"/>
    <dgm:cxn modelId="{1DE6A1C1-980C-4C1F-AD0F-A856F7178526}" srcId="{4CA33F6A-EB68-493A-B584-006E5A613289}" destId="{2FDA5115-A1D9-458C-99D6-3999F0382436}" srcOrd="2" destOrd="0" parTransId="{BC4DB099-582A-439D-BCB3-B5B28319A09D}" sibTransId="{0E88AACD-D6D6-48B3-A0FE-4D009D3AABFF}"/>
    <dgm:cxn modelId="{D0C3CAD4-331E-4A9D-A1E1-492DB691A5C2}" type="presOf" srcId="{EA83E058-E942-4C7D-9184-AFF65D92F29D}" destId="{67D797AC-4EBA-4F03-A6AB-0D54826A722E}" srcOrd="0" destOrd="0" presId="urn:microsoft.com/office/officeart/2018/2/layout/IconVerticalSolidList"/>
    <dgm:cxn modelId="{E59F50F0-79CC-4C10-AB81-A063E7248E99}" srcId="{4CA33F6A-EB68-493A-B584-006E5A613289}" destId="{EA83E058-E942-4C7D-9184-AFF65D92F29D}" srcOrd="0" destOrd="0" parTransId="{C93389A2-C0FE-4CE7-AC46-B0FF017C6331}" sibTransId="{3D547D37-EF1B-4490-9459-847BECA61FB6}"/>
    <dgm:cxn modelId="{DA6FF036-64F6-4FCE-BC50-509E208D3240}" type="presParOf" srcId="{22454815-3A93-4D59-BC46-5890CB5D23ED}" destId="{D7DE1BF4-7540-4CBF-AA1E-8F3276334591}" srcOrd="0" destOrd="0" presId="urn:microsoft.com/office/officeart/2018/2/layout/IconVerticalSolidList"/>
    <dgm:cxn modelId="{FDB88F20-8A2E-4284-AFE0-978719A21BE1}" type="presParOf" srcId="{D7DE1BF4-7540-4CBF-AA1E-8F3276334591}" destId="{94E8364B-8B61-4FAA-9E98-BC4C51CF6CD3}" srcOrd="0" destOrd="0" presId="urn:microsoft.com/office/officeart/2018/2/layout/IconVerticalSolidList"/>
    <dgm:cxn modelId="{835F4196-3881-4468-AECB-26CF4941C88B}" type="presParOf" srcId="{D7DE1BF4-7540-4CBF-AA1E-8F3276334591}" destId="{2E842521-5CD7-4975-9435-53EBCDA3C3A7}" srcOrd="1" destOrd="0" presId="urn:microsoft.com/office/officeart/2018/2/layout/IconVerticalSolidList"/>
    <dgm:cxn modelId="{B9674761-9A14-4386-A39D-48350AA5573D}" type="presParOf" srcId="{D7DE1BF4-7540-4CBF-AA1E-8F3276334591}" destId="{D5F4D3D0-ED64-43A5-9AFA-D2E21857FA4B}" srcOrd="2" destOrd="0" presId="urn:microsoft.com/office/officeart/2018/2/layout/IconVerticalSolidList"/>
    <dgm:cxn modelId="{1F4C2E47-448C-4B99-B64E-A68D61BA05EF}" type="presParOf" srcId="{D7DE1BF4-7540-4CBF-AA1E-8F3276334591}" destId="{67D797AC-4EBA-4F03-A6AB-0D54826A722E}" srcOrd="3" destOrd="0" presId="urn:microsoft.com/office/officeart/2018/2/layout/IconVerticalSolidList"/>
    <dgm:cxn modelId="{26581580-453C-4255-B2D2-6E3918D82073}" type="presParOf" srcId="{22454815-3A93-4D59-BC46-5890CB5D23ED}" destId="{42EB5107-49FB-4A44-96DD-94CDFE308117}" srcOrd="1" destOrd="0" presId="urn:microsoft.com/office/officeart/2018/2/layout/IconVerticalSolidList"/>
    <dgm:cxn modelId="{B041A6B5-373E-4C08-91FF-4FE2F659976A}" type="presParOf" srcId="{22454815-3A93-4D59-BC46-5890CB5D23ED}" destId="{51D4F590-5F56-48B4-83EC-C1ABBE3EC882}" srcOrd="2" destOrd="0" presId="urn:microsoft.com/office/officeart/2018/2/layout/IconVerticalSolidList"/>
    <dgm:cxn modelId="{8C0C8E96-61D6-41B4-B165-612CD0F8C1BA}" type="presParOf" srcId="{51D4F590-5F56-48B4-83EC-C1ABBE3EC882}" destId="{60D30CA5-A7EB-4CEE-9143-B432EA95AF28}" srcOrd="0" destOrd="0" presId="urn:microsoft.com/office/officeart/2018/2/layout/IconVerticalSolidList"/>
    <dgm:cxn modelId="{004C92E5-6BB9-4778-82E6-777024521F95}" type="presParOf" srcId="{51D4F590-5F56-48B4-83EC-C1ABBE3EC882}" destId="{353147CF-921C-4E1E-8995-DE5E76BF0C7E}" srcOrd="1" destOrd="0" presId="urn:microsoft.com/office/officeart/2018/2/layout/IconVerticalSolidList"/>
    <dgm:cxn modelId="{91D32A07-0573-476E-88B8-640D9BB2F02D}" type="presParOf" srcId="{51D4F590-5F56-48B4-83EC-C1ABBE3EC882}" destId="{8DF2628A-25C2-46A0-AED8-AC1653F6BD29}" srcOrd="2" destOrd="0" presId="urn:microsoft.com/office/officeart/2018/2/layout/IconVerticalSolidList"/>
    <dgm:cxn modelId="{BD1FC8B8-E08E-4027-B994-C142E99B87CF}" type="presParOf" srcId="{51D4F590-5F56-48B4-83EC-C1ABBE3EC882}" destId="{C977C424-F972-44F1-B909-4004239F92B1}" srcOrd="3" destOrd="0" presId="urn:microsoft.com/office/officeart/2018/2/layout/IconVerticalSolidList"/>
    <dgm:cxn modelId="{EDD13C58-EE8C-4344-BADF-BA0A3245FACC}" type="presParOf" srcId="{22454815-3A93-4D59-BC46-5890CB5D23ED}" destId="{4FFD3FB8-8FBE-47F9-832C-B312FF2C9F33}" srcOrd="3" destOrd="0" presId="urn:microsoft.com/office/officeart/2018/2/layout/IconVerticalSolidList"/>
    <dgm:cxn modelId="{694A403C-C37C-4940-8254-7CACBD8B35E1}" type="presParOf" srcId="{22454815-3A93-4D59-BC46-5890CB5D23ED}" destId="{6BD1B0E4-09B5-42F3-A97C-55749FCE665A}" srcOrd="4" destOrd="0" presId="urn:microsoft.com/office/officeart/2018/2/layout/IconVerticalSolidList"/>
    <dgm:cxn modelId="{3554A4C3-7473-4C56-9058-ACD37B66D3B6}" type="presParOf" srcId="{6BD1B0E4-09B5-42F3-A97C-55749FCE665A}" destId="{47001914-08D1-4AF6-9CAA-C8B977182239}" srcOrd="0" destOrd="0" presId="urn:microsoft.com/office/officeart/2018/2/layout/IconVerticalSolidList"/>
    <dgm:cxn modelId="{B73E652C-59BE-4A11-88EF-F3F5F0896CA4}" type="presParOf" srcId="{6BD1B0E4-09B5-42F3-A97C-55749FCE665A}" destId="{E8C43782-121A-4771-BA46-FD6498231359}" srcOrd="1" destOrd="0" presId="urn:microsoft.com/office/officeart/2018/2/layout/IconVerticalSolidList"/>
    <dgm:cxn modelId="{1F170349-B833-4DDE-A7CF-D11FDD8E9781}" type="presParOf" srcId="{6BD1B0E4-09B5-42F3-A97C-55749FCE665A}" destId="{D8C1F5BA-4620-4BC1-977D-A16CE116C9FF}" srcOrd="2" destOrd="0" presId="urn:microsoft.com/office/officeart/2018/2/layout/IconVerticalSolidList"/>
    <dgm:cxn modelId="{5B8D8E41-0637-4DFF-A345-74CF92D67685}" type="presParOf" srcId="{6BD1B0E4-09B5-42F3-A97C-55749FCE665A}" destId="{BF95D5D6-1519-45DE-A716-C274FB58918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E269BE8-4598-4AB2-BC69-7DB1069B3DF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40DD12-828A-4597-96C0-CDF75C96C2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Real-time landlord-tenant direct messaging</a:t>
          </a:r>
        </a:p>
      </dgm:t>
    </dgm:pt>
    <dgm:pt modelId="{E4F193F7-6CC7-482A-AB4D-268DB0B4B240}" type="parTrans" cxnId="{E8146960-6F51-4A5B-8DD3-8A7E7158EB8A}">
      <dgm:prSet/>
      <dgm:spPr/>
      <dgm:t>
        <a:bodyPr/>
        <a:lstStyle/>
        <a:p>
          <a:endParaRPr lang="en-US"/>
        </a:p>
      </dgm:t>
    </dgm:pt>
    <dgm:pt modelId="{C618EFAB-489B-41DD-B81F-E911BAD6B0D1}" type="sibTrans" cxnId="{E8146960-6F51-4A5B-8DD3-8A7E7158EB8A}">
      <dgm:prSet/>
      <dgm:spPr/>
      <dgm:t>
        <a:bodyPr/>
        <a:lstStyle/>
        <a:p>
          <a:endParaRPr lang="en-US"/>
        </a:p>
      </dgm:t>
    </dgm:pt>
    <dgm:pt modelId="{07C33FEE-9256-4814-BD9A-08783A78C3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Tenant viewing request with landlord approval</a:t>
          </a:r>
        </a:p>
      </dgm:t>
    </dgm:pt>
    <dgm:pt modelId="{538C40C7-DA52-4B44-A5D8-51A5062A4AAD}" type="parTrans" cxnId="{D9990E2F-2A57-44D8-B33F-D7915701AAD1}">
      <dgm:prSet/>
      <dgm:spPr/>
      <dgm:t>
        <a:bodyPr/>
        <a:lstStyle/>
        <a:p>
          <a:endParaRPr lang="en-US"/>
        </a:p>
      </dgm:t>
    </dgm:pt>
    <dgm:pt modelId="{92F10EB6-2123-4CE6-BF49-8C622D353682}" type="sibTrans" cxnId="{D9990E2F-2A57-44D8-B33F-D7915701AAD1}">
      <dgm:prSet/>
      <dgm:spPr/>
      <dgm:t>
        <a:bodyPr/>
        <a:lstStyle/>
        <a:p>
          <a:endParaRPr lang="en-US"/>
        </a:p>
      </dgm:t>
    </dgm:pt>
    <dgm:pt modelId="{2D720F82-CFA2-4912-89F5-FEAB213A22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Role-specific dashboards with notification system</a:t>
          </a:r>
        </a:p>
      </dgm:t>
    </dgm:pt>
    <dgm:pt modelId="{A11D2B39-760B-4504-B9EC-D6D2CFDB5B65}" type="parTrans" cxnId="{010BBB18-DC20-4379-A33E-977C63EDAFCE}">
      <dgm:prSet/>
      <dgm:spPr/>
      <dgm:t>
        <a:bodyPr/>
        <a:lstStyle/>
        <a:p>
          <a:endParaRPr lang="en-US"/>
        </a:p>
      </dgm:t>
    </dgm:pt>
    <dgm:pt modelId="{94AF9350-1831-443F-ADCB-ED48D30A9F2E}" type="sibTrans" cxnId="{010BBB18-DC20-4379-A33E-977C63EDAFCE}">
      <dgm:prSet/>
      <dgm:spPr/>
      <dgm:t>
        <a:bodyPr/>
        <a:lstStyle/>
        <a:p>
          <a:endParaRPr lang="en-US"/>
        </a:p>
      </dgm:t>
    </dgm:pt>
    <dgm:pt modelId="{4472E91C-7140-4297-A54E-50D72E7278F5}" type="pres">
      <dgm:prSet presAssocID="{5E269BE8-4598-4AB2-BC69-7DB1069B3DFA}" presName="root" presStyleCnt="0">
        <dgm:presLayoutVars>
          <dgm:dir/>
          <dgm:resizeHandles val="exact"/>
        </dgm:presLayoutVars>
      </dgm:prSet>
      <dgm:spPr/>
    </dgm:pt>
    <dgm:pt modelId="{611A2646-AA59-4D01-9B29-C6FD1252D45F}" type="pres">
      <dgm:prSet presAssocID="{E740DD12-828A-4597-96C0-CDF75C96C2E1}" presName="compNode" presStyleCnt="0"/>
      <dgm:spPr/>
    </dgm:pt>
    <dgm:pt modelId="{95C7E367-4AA3-4DA0-B8E0-BDB026996B83}" type="pres">
      <dgm:prSet presAssocID="{E740DD12-828A-4597-96C0-CDF75C96C2E1}" presName="bgRect" presStyleLbl="bgShp" presStyleIdx="0" presStyleCnt="3"/>
      <dgm:spPr/>
    </dgm:pt>
    <dgm:pt modelId="{84F85FBD-0826-4F86-A9BD-895EC02D6DA8}" type="pres">
      <dgm:prSet presAssocID="{E740DD12-828A-4597-96C0-CDF75C96C2E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AE4D5748-BCC8-4517-8C6C-04412F6A0D53}" type="pres">
      <dgm:prSet presAssocID="{E740DD12-828A-4597-96C0-CDF75C96C2E1}" presName="spaceRect" presStyleCnt="0"/>
      <dgm:spPr/>
    </dgm:pt>
    <dgm:pt modelId="{7D5008C6-5011-4B1B-8EBA-1F160C47B493}" type="pres">
      <dgm:prSet presAssocID="{E740DD12-828A-4597-96C0-CDF75C96C2E1}" presName="parTx" presStyleLbl="revTx" presStyleIdx="0" presStyleCnt="3">
        <dgm:presLayoutVars>
          <dgm:chMax val="0"/>
          <dgm:chPref val="0"/>
        </dgm:presLayoutVars>
      </dgm:prSet>
      <dgm:spPr/>
    </dgm:pt>
    <dgm:pt modelId="{4FCC7932-1460-4A32-BBE2-D1FF06E07FAA}" type="pres">
      <dgm:prSet presAssocID="{C618EFAB-489B-41DD-B81F-E911BAD6B0D1}" presName="sibTrans" presStyleCnt="0"/>
      <dgm:spPr/>
    </dgm:pt>
    <dgm:pt modelId="{52F3DFB8-386C-4CB4-A988-E61FB14C77B0}" type="pres">
      <dgm:prSet presAssocID="{07C33FEE-9256-4814-BD9A-08783A78C385}" presName="compNode" presStyleCnt="0"/>
      <dgm:spPr/>
    </dgm:pt>
    <dgm:pt modelId="{6D16DB9F-69F4-4D46-88F8-380AD93A724C}" type="pres">
      <dgm:prSet presAssocID="{07C33FEE-9256-4814-BD9A-08783A78C385}" presName="bgRect" presStyleLbl="bgShp" presStyleIdx="1" presStyleCnt="3"/>
      <dgm:spPr/>
    </dgm:pt>
    <dgm:pt modelId="{8C23297D-F913-4A31-B941-88B5B1A29C7A}" type="pres">
      <dgm:prSet presAssocID="{07C33FEE-9256-4814-BD9A-08783A78C38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1322D80-9067-49D0-8197-AA89CEB8FE9C}" type="pres">
      <dgm:prSet presAssocID="{07C33FEE-9256-4814-BD9A-08783A78C385}" presName="spaceRect" presStyleCnt="0"/>
      <dgm:spPr/>
    </dgm:pt>
    <dgm:pt modelId="{3E482D8F-9452-46B2-98C4-707712E9B061}" type="pres">
      <dgm:prSet presAssocID="{07C33FEE-9256-4814-BD9A-08783A78C385}" presName="parTx" presStyleLbl="revTx" presStyleIdx="1" presStyleCnt="3">
        <dgm:presLayoutVars>
          <dgm:chMax val="0"/>
          <dgm:chPref val="0"/>
        </dgm:presLayoutVars>
      </dgm:prSet>
      <dgm:spPr/>
    </dgm:pt>
    <dgm:pt modelId="{865B3030-7EE8-4EA6-B78F-F5487C32EE79}" type="pres">
      <dgm:prSet presAssocID="{92F10EB6-2123-4CE6-BF49-8C622D353682}" presName="sibTrans" presStyleCnt="0"/>
      <dgm:spPr/>
    </dgm:pt>
    <dgm:pt modelId="{FAFDA215-E769-4492-8F1E-E77A7BF1E323}" type="pres">
      <dgm:prSet presAssocID="{2D720F82-CFA2-4912-89F5-FEAB213A2211}" presName="compNode" presStyleCnt="0"/>
      <dgm:spPr/>
    </dgm:pt>
    <dgm:pt modelId="{097967DA-DC4F-4722-8E62-421A9DA492C6}" type="pres">
      <dgm:prSet presAssocID="{2D720F82-CFA2-4912-89F5-FEAB213A2211}" presName="bgRect" presStyleLbl="bgShp" presStyleIdx="2" presStyleCnt="3"/>
      <dgm:spPr/>
    </dgm:pt>
    <dgm:pt modelId="{0449B06B-2A15-4C1F-88E0-D79F08C92ED9}" type="pres">
      <dgm:prSet presAssocID="{2D720F82-CFA2-4912-89F5-FEAB213A221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A375F706-742A-4B70-9B77-D1EFEF213B97}" type="pres">
      <dgm:prSet presAssocID="{2D720F82-CFA2-4912-89F5-FEAB213A2211}" presName="spaceRect" presStyleCnt="0"/>
      <dgm:spPr/>
    </dgm:pt>
    <dgm:pt modelId="{48EE4138-62F3-4AEF-B048-D30CE56F3E47}" type="pres">
      <dgm:prSet presAssocID="{2D720F82-CFA2-4912-89F5-FEAB213A221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10BBB18-DC20-4379-A33E-977C63EDAFCE}" srcId="{5E269BE8-4598-4AB2-BC69-7DB1069B3DFA}" destId="{2D720F82-CFA2-4912-89F5-FEAB213A2211}" srcOrd="2" destOrd="0" parTransId="{A11D2B39-760B-4504-B9EC-D6D2CFDB5B65}" sibTransId="{94AF9350-1831-443F-ADCB-ED48D30A9F2E}"/>
    <dgm:cxn modelId="{F5CFC725-54B2-4776-9E9E-BBE5AA73DD1A}" type="presOf" srcId="{2D720F82-CFA2-4912-89F5-FEAB213A2211}" destId="{48EE4138-62F3-4AEF-B048-D30CE56F3E47}" srcOrd="0" destOrd="0" presId="urn:microsoft.com/office/officeart/2018/2/layout/IconVerticalSolidList"/>
    <dgm:cxn modelId="{D9990E2F-2A57-44D8-B33F-D7915701AAD1}" srcId="{5E269BE8-4598-4AB2-BC69-7DB1069B3DFA}" destId="{07C33FEE-9256-4814-BD9A-08783A78C385}" srcOrd="1" destOrd="0" parTransId="{538C40C7-DA52-4B44-A5D8-51A5062A4AAD}" sibTransId="{92F10EB6-2123-4CE6-BF49-8C622D353682}"/>
    <dgm:cxn modelId="{2FD07B3B-01CE-43A1-B077-A1DDD7D821F9}" type="presOf" srcId="{E740DD12-828A-4597-96C0-CDF75C96C2E1}" destId="{7D5008C6-5011-4B1B-8EBA-1F160C47B493}" srcOrd="0" destOrd="0" presId="urn:microsoft.com/office/officeart/2018/2/layout/IconVerticalSolidList"/>
    <dgm:cxn modelId="{E8146960-6F51-4A5B-8DD3-8A7E7158EB8A}" srcId="{5E269BE8-4598-4AB2-BC69-7DB1069B3DFA}" destId="{E740DD12-828A-4597-96C0-CDF75C96C2E1}" srcOrd="0" destOrd="0" parTransId="{E4F193F7-6CC7-482A-AB4D-268DB0B4B240}" sibTransId="{C618EFAB-489B-41DD-B81F-E911BAD6B0D1}"/>
    <dgm:cxn modelId="{2A273DDE-83F3-437F-88C2-52D97193C120}" type="presOf" srcId="{07C33FEE-9256-4814-BD9A-08783A78C385}" destId="{3E482D8F-9452-46B2-98C4-707712E9B061}" srcOrd="0" destOrd="0" presId="urn:microsoft.com/office/officeart/2018/2/layout/IconVerticalSolidList"/>
    <dgm:cxn modelId="{DD60DEED-7A26-4FB8-84B5-F0FC78A7319D}" type="presOf" srcId="{5E269BE8-4598-4AB2-BC69-7DB1069B3DFA}" destId="{4472E91C-7140-4297-A54E-50D72E7278F5}" srcOrd="0" destOrd="0" presId="urn:microsoft.com/office/officeart/2018/2/layout/IconVerticalSolidList"/>
    <dgm:cxn modelId="{1A52C6C9-7D56-43FF-8902-5659EDD7DF47}" type="presParOf" srcId="{4472E91C-7140-4297-A54E-50D72E7278F5}" destId="{611A2646-AA59-4D01-9B29-C6FD1252D45F}" srcOrd="0" destOrd="0" presId="urn:microsoft.com/office/officeart/2018/2/layout/IconVerticalSolidList"/>
    <dgm:cxn modelId="{96A8FD8E-A5E5-47C5-B57F-B4F552590A4A}" type="presParOf" srcId="{611A2646-AA59-4D01-9B29-C6FD1252D45F}" destId="{95C7E367-4AA3-4DA0-B8E0-BDB026996B83}" srcOrd="0" destOrd="0" presId="urn:microsoft.com/office/officeart/2018/2/layout/IconVerticalSolidList"/>
    <dgm:cxn modelId="{300FF15A-3C13-4D72-A1DD-445E129ACAF8}" type="presParOf" srcId="{611A2646-AA59-4D01-9B29-C6FD1252D45F}" destId="{84F85FBD-0826-4F86-A9BD-895EC02D6DA8}" srcOrd="1" destOrd="0" presId="urn:microsoft.com/office/officeart/2018/2/layout/IconVerticalSolidList"/>
    <dgm:cxn modelId="{51C626A7-741C-4829-8DFF-476A6DE3765E}" type="presParOf" srcId="{611A2646-AA59-4D01-9B29-C6FD1252D45F}" destId="{AE4D5748-BCC8-4517-8C6C-04412F6A0D53}" srcOrd="2" destOrd="0" presId="urn:microsoft.com/office/officeart/2018/2/layout/IconVerticalSolidList"/>
    <dgm:cxn modelId="{854F621F-9A76-469B-8F7B-46C66FF81FB2}" type="presParOf" srcId="{611A2646-AA59-4D01-9B29-C6FD1252D45F}" destId="{7D5008C6-5011-4B1B-8EBA-1F160C47B493}" srcOrd="3" destOrd="0" presId="urn:microsoft.com/office/officeart/2018/2/layout/IconVerticalSolidList"/>
    <dgm:cxn modelId="{A35FD8D8-B544-482B-A4D1-489FCF76F7DB}" type="presParOf" srcId="{4472E91C-7140-4297-A54E-50D72E7278F5}" destId="{4FCC7932-1460-4A32-BBE2-D1FF06E07FAA}" srcOrd="1" destOrd="0" presId="urn:microsoft.com/office/officeart/2018/2/layout/IconVerticalSolidList"/>
    <dgm:cxn modelId="{F9CD4F72-79D7-4C9E-94B5-A6BF39658C01}" type="presParOf" srcId="{4472E91C-7140-4297-A54E-50D72E7278F5}" destId="{52F3DFB8-386C-4CB4-A988-E61FB14C77B0}" srcOrd="2" destOrd="0" presId="urn:microsoft.com/office/officeart/2018/2/layout/IconVerticalSolidList"/>
    <dgm:cxn modelId="{9FEE2D92-ACD7-456F-AB1C-19F7ED669F29}" type="presParOf" srcId="{52F3DFB8-386C-4CB4-A988-E61FB14C77B0}" destId="{6D16DB9F-69F4-4D46-88F8-380AD93A724C}" srcOrd="0" destOrd="0" presId="urn:microsoft.com/office/officeart/2018/2/layout/IconVerticalSolidList"/>
    <dgm:cxn modelId="{5D8582D3-1123-4E42-A177-B3BCC8AC1838}" type="presParOf" srcId="{52F3DFB8-386C-4CB4-A988-E61FB14C77B0}" destId="{8C23297D-F913-4A31-B941-88B5B1A29C7A}" srcOrd="1" destOrd="0" presId="urn:microsoft.com/office/officeart/2018/2/layout/IconVerticalSolidList"/>
    <dgm:cxn modelId="{59C01EFC-2038-448D-B5D3-D8E7CB9C3577}" type="presParOf" srcId="{52F3DFB8-386C-4CB4-A988-E61FB14C77B0}" destId="{F1322D80-9067-49D0-8197-AA89CEB8FE9C}" srcOrd="2" destOrd="0" presId="urn:microsoft.com/office/officeart/2018/2/layout/IconVerticalSolidList"/>
    <dgm:cxn modelId="{1AA2D8D6-4289-4941-A829-74D1E3DAB099}" type="presParOf" srcId="{52F3DFB8-386C-4CB4-A988-E61FB14C77B0}" destId="{3E482D8F-9452-46B2-98C4-707712E9B061}" srcOrd="3" destOrd="0" presId="urn:microsoft.com/office/officeart/2018/2/layout/IconVerticalSolidList"/>
    <dgm:cxn modelId="{8993D679-EF09-447E-94B2-92784345D526}" type="presParOf" srcId="{4472E91C-7140-4297-A54E-50D72E7278F5}" destId="{865B3030-7EE8-4EA6-B78F-F5487C32EE79}" srcOrd="3" destOrd="0" presId="urn:microsoft.com/office/officeart/2018/2/layout/IconVerticalSolidList"/>
    <dgm:cxn modelId="{5853BC38-2D8C-4AF6-BB05-F96754763DB0}" type="presParOf" srcId="{4472E91C-7140-4297-A54E-50D72E7278F5}" destId="{FAFDA215-E769-4492-8F1E-E77A7BF1E323}" srcOrd="4" destOrd="0" presId="urn:microsoft.com/office/officeart/2018/2/layout/IconVerticalSolidList"/>
    <dgm:cxn modelId="{42867938-40C5-4389-A373-46ADF493E809}" type="presParOf" srcId="{FAFDA215-E769-4492-8F1E-E77A7BF1E323}" destId="{097967DA-DC4F-4722-8E62-421A9DA492C6}" srcOrd="0" destOrd="0" presId="urn:microsoft.com/office/officeart/2018/2/layout/IconVerticalSolidList"/>
    <dgm:cxn modelId="{BDB2F362-C3E1-45C6-8A9F-16647F16DFC8}" type="presParOf" srcId="{FAFDA215-E769-4492-8F1E-E77A7BF1E323}" destId="{0449B06B-2A15-4C1F-88E0-D79F08C92ED9}" srcOrd="1" destOrd="0" presId="urn:microsoft.com/office/officeart/2018/2/layout/IconVerticalSolidList"/>
    <dgm:cxn modelId="{25351DF7-F2B3-4C18-B1E6-54C9D3372C50}" type="presParOf" srcId="{FAFDA215-E769-4492-8F1E-E77A7BF1E323}" destId="{A375F706-742A-4B70-9B77-D1EFEF213B97}" srcOrd="2" destOrd="0" presId="urn:microsoft.com/office/officeart/2018/2/layout/IconVerticalSolidList"/>
    <dgm:cxn modelId="{CD380E7F-620D-4B64-8A80-35F993DC2C6F}" type="presParOf" srcId="{FAFDA215-E769-4492-8F1E-E77A7BF1E323}" destId="{48EE4138-62F3-4AEF-B048-D30CE56F3E4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765DE53-482D-4070-83BA-E6018E4C04A9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D58483C-66A5-48CE-BE37-8FA39DB48B5A}">
      <dgm:prSet/>
      <dgm:spPr/>
      <dgm:t>
        <a:bodyPr/>
        <a:lstStyle/>
        <a:p>
          <a:r>
            <a:rPr lang="en-US" b="0" i="0"/>
            <a:t>Rent and deposit collection via Stripe Connect</a:t>
          </a:r>
          <a:endParaRPr lang="en-US"/>
        </a:p>
      </dgm:t>
    </dgm:pt>
    <dgm:pt modelId="{ED0FED46-F698-43D4-AF37-43220E1BB2A0}" type="parTrans" cxnId="{51E2EECB-A2BF-489E-951C-CF885BB4E86F}">
      <dgm:prSet/>
      <dgm:spPr/>
      <dgm:t>
        <a:bodyPr/>
        <a:lstStyle/>
        <a:p>
          <a:endParaRPr lang="en-US"/>
        </a:p>
      </dgm:t>
    </dgm:pt>
    <dgm:pt modelId="{5E79D827-4733-465E-B51F-96C1BE9332D2}" type="sibTrans" cxnId="{51E2EECB-A2BF-489E-951C-CF885BB4E86F}">
      <dgm:prSet/>
      <dgm:spPr/>
      <dgm:t>
        <a:bodyPr/>
        <a:lstStyle/>
        <a:p>
          <a:endParaRPr lang="en-US"/>
        </a:p>
      </dgm:t>
    </dgm:pt>
    <dgm:pt modelId="{400A4541-288C-4F04-98FE-E7C3DBE9FA41}">
      <dgm:prSet/>
      <dgm:spPr/>
      <dgm:t>
        <a:bodyPr/>
        <a:lstStyle/>
        <a:p>
          <a:r>
            <a:rPr lang="en-US" b="0" i="0"/>
            <a:t>Landlord dashboard - occupancy, payments, enquiries</a:t>
          </a:r>
          <a:endParaRPr lang="en-US"/>
        </a:p>
      </dgm:t>
    </dgm:pt>
    <dgm:pt modelId="{3A9E8EAB-91ED-4BD4-86ED-0C0AD38417AF}" type="parTrans" cxnId="{E1D77A41-E815-4EB5-BEE7-923AB7AB8723}">
      <dgm:prSet/>
      <dgm:spPr/>
      <dgm:t>
        <a:bodyPr/>
        <a:lstStyle/>
        <a:p>
          <a:endParaRPr lang="en-US"/>
        </a:p>
      </dgm:t>
    </dgm:pt>
    <dgm:pt modelId="{4A686F75-26FC-4BC4-9C49-CEA0BBE809F2}" type="sibTrans" cxnId="{E1D77A41-E815-4EB5-BEE7-923AB7AB8723}">
      <dgm:prSet/>
      <dgm:spPr/>
      <dgm:t>
        <a:bodyPr/>
        <a:lstStyle/>
        <a:p>
          <a:endParaRPr lang="en-US"/>
        </a:p>
      </dgm:t>
    </dgm:pt>
    <dgm:pt modelId="{797C6113-8622-4EFA-953D-98AC99688A56}">
      <dgm:prSet/>
      <dgm:spPr/>
      <dgm:t>
        <a:bodyPr/>
        <a:lstStyle/>
        <a:p>
          <a:r>
            <a:rPr lang="en-US" b="0" i="0"/>
            <a:t>Identity and creditworthiness verification before tenancy</a:t>
          </a:r>
          <a:endParaRPr lang="en-US"/>
        </a:p>
      </dgm:t>
    </dgm:pt>
    <dgm:pt modelId="{808C3187-AC15-4086-84E2-8C84229A28A1}" type="parTrans" cxnId="{7CCA7996-DA0D-4BDA-9A9C-96D256D26E28}">
      <dgm:prSet/>
      <dgm:spPr/>
      <dgm:t>
        <a:bodyPr/>
        <a:lstStyle/>
        <a:p>
          <a:endParaRPr lang="en-US"/>
        </a:p>
      </dgm:t>
    </dgm:pt>
    <dgm:pt modelId="{46C2C0E9-ED6E-40F3-A4C2-2635EDC44132}" type="sibTrans" cxnId="{7CCA7996-DA0D-4BDA-9A9C-96D256D26E28}">
      <dgm:prSet/>
      <dgm:spPr/>
      <dgm:t>
        <a:bodyPr/>
        <a:lstStyle/>
        <a:p>
          <a:endParaRPr lang="en-US"/>
        </a:p>
      </dgm:t>
    </dgm:pt>
    <dgm:pt modelId="{EFA74D44-932A-41F2-AA0F-C68AE28F700F}" type="pres">
      <dgm:prSet presAssocID="{3765DE53-482D-4070-83BA-E6018E4C04A9}" presName="linear" presStyleCnt="0">
        <dgm:presLayoutVars>
          <dgm:animLvl val="lvl"/>
          <dgm:resizeHandles val="exact"/>
        </dgm:presLayoutVars>
      </dgm:prSet>
      <dgm:spPr/>
    </dgm:pt>
    <dgm:pt modelId="{5EBC71CA-ACFF-45F0-80B5-C3CFF196A487}" type="pres">
      <dgm:prSet presAssocID="{CD58483C-66A5-48CE-BE37-8FA39DB48B5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73549B2-CDDD-49FB-B2EB-4D6A432626A2}" type="pres">
      <dgm:prSet presAssocID="{5E79D827-4733-465E-B51F-96C1BE9332D2}" presName="spacer" presStyleCnt="0"/>
      <dgm:spPr/>
    </dgm:pt>
    <dgm:pt modelId="{ABBA2E4C-7F73-46F8-8E82-B6A04F9FE796}" type="pres">
      <dgm:prSet presAssocID="{400A4541-288C-4F04-98FE-E7C3DBE9FA4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F758A53-AE0D-405A-BA46-9B5F3A0BF525}" type="pres">
      <dgm:prSet presAssocID="{4A686F75-26FC-4BC4-9C49-CEA0BBE809F2}" presName="spacer" presStyleCnt="0"/>
      <dgm:spPr/>
    </dgm:pt>
    <dgm:pt modelId="{F67AA7DA-CA93-4608-8C0F-6D51A78F7500}" type="pres">
      <dgm:prSet presAssocID="{797C6113-8622-4EFA-953D-98AC99688A5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6BA755F-BC09-470B-A28B-842606E7502C}" type="presOf" srcId="{3765DE53-482D-4070-83BA-E6018E4C04A9}" destId="{EFA74D44-932A-41F2-AA0F-C68AE28F700F}" srcOrd="0" destOrd="0" presId="urn:microsoft.com/office/officeart/2005/8/layout/vList2"/>
    <dgm:cxn modelId="{E1D77A41-E815-4EB5-BEE7-923AB7AB8723}" srcId="{3765DE53-482D-4070-83BA-E6018E4C04A9}" destId="{400A4541-288C-4F04-98FE-E7C3DBE9FA41}" srcOrd="1" destOrd="0" parTransId="{3A9E8EAB-91ED-4BD4-86ED-0C0AD38417AF}" sibTransId="{4A686F75-26FC-4BC4-9C49-CEA0BBE809F2}"/>
    <dgm:cxn modelId="{45320982-7673-47D1-A34A-6E6A53E260E7}" type="presOf" srcId="{400A4541-288C-4F04-98FE-E7C3DBE9FA41}" destId="{ABBA2E4C-7F73-46F8-8E82-B6A04F9FE796}" srcOrd="0" destOrd="0" presId="urn:microsoft.com/office/officeart/2005/8/layout/vList2"/>
    <dgm:cxn modelId="{7CCA7996-DA0D-4BDA-9A9C-96D256D26E28}" srcId="{3765DE53-482D-4070-83BA-E6018E4C04A9}" destId="{797C6113-8622-4EFA-953D-98AC99688A56}" srcOrd="2" destOrd="0" parTransId="{808C3187-AC15-4086-84E2-8C84229A28A1}" sibTransId="{46C2C0E9-ED6E-40F3-A4C2-2635EDC44132}"/>
    <dgm:cxn modelId="{99A597C1-67DF-4676-B59F-EED3B160317E}" type="presOf" srcId="{797C6113-8622-4EFA-953D-98AC99688A56}" destId="{F67AA7DA-CA93-4608-8C0F-6D51A78F7500}" srcOrd="0" destOrd="0" presId="urn:microsoft.com/office/officeart/2005/8/layout/vList2"/>
    <dgm:cxn modelId="{51E2EECB-A2BF-489E-951C-CF885BB4E86F}" srcId="{3765DE53-482D-4070-83BA-E6018E4C04A9}" destId="{CD58483C-66A5-48CE-BE37-8FA39DB48B5A}" srcOrd="0" destOrd="0" parTransId="{ED0FED46-F698-43D4-AF37-43220E1BB2A0}" sibTransId="{5E79D827-4733-465E-B51F-96C1BE9332D2}"/>
    <dgm:cxn modelId="{1FC1D0ED-6918-4934-9263-677856188BE6}" type="presOf" srcId="{CD58483C-66A5-48CE-BE37-8FA39DB48B5A}" destId="{5EBC71CA-ACFF-45F0-80B5-C3CFF196A487}" srcOrd="0" destOrd="0" presId="urn:microsoft.com/office/officeart/2005/8/layout/vList2"/>
    <dgm:cxn modelId="{964E4F5B-3846-4AB9-AB11-D210DC2F2D76}" type="presParOf" srcId="{EFA74D44-932A-41F2-AA0F-C68AE28F700F}" destId="{5EBC71CA-ACFF-45F0-80B5-C3CFF196A487}" srcOrd="0" destOrd="0" presId="urn:microsoft.com/office/officeart/2005/8/layout/vList2"/>
    <dgm:cxn modelId="{AB9BC717-004A-4C84-B825-43DCEF91BFB3}" type="presParOf" srcId="{EFA74D44-932A-41F2-AA0F-C68AE28F700F}" destId="{473549B2-CDDD-49FB-B2EB-4D6A432626A2}" srcOrd="1" destOrd="0" presId="urn:microsoft.com/office/officeart/2005/8/layout/vList2"/>
    <dgm:cxn modelId="{4921F18F-823B-4893-B661-DC896DDB84CA}" type="presParOf" srcId="{EFA74D44-932A-41F2-AA0F-C68AE28F700F}" destId="{ABBA2E4C-7F73-46F8-8E82-B6A04F9FE796}" srcOrd="2" destOrd="0" presId="urn:microsoft.com/office/officeart/2005/8/layout/vList2"/>
    <dgm:cxn modelId="{216C6DF5-32CD-48E3-A97D-5DE5DBB01A0B}" type="presParOf" srcId="{EFA74D44-932A-41F2-AA0F-C68AE28F700F}" destId="{CF758A53-AE0D-405A-BA46-9B5F3A0BF525}" srcOrd="3" destOrd="0" presId="urn:microsoft.com/office/officeart/2005/8/layout/vList2"/>
    <dgm:cxn modelId="{973DC259-32F2-4224-9C15-5948A0215F5D}" type="presParOf" srcId="{EFA74D44-932A-41F2-AA0F-C68AE28F700F}" destId="{F67AA7DA-CA93-4608-8C0F-6D51A78F750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4FEC09A-1D21-4E6A-AD22-2BD8CD0D1B05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E49AFFB-785F-478E-B2E8-9B3E660326F7}">
      <dgm:prSet/>
      <dgm:spPr/>
      <dgm:t>
        <a:bodyPr/>
        <a:lstStyle/>
        <a:p>
          <a:r>
            <a:rPr lang="en-US" dirty="0"/>
            <a:t>All six sprints completed on schedule</a:t>
          </a:r>
        </a:p>
      </dgm:t>
    </dgm:pt>
    <dgm:pt modelId="{C0BB4160-8AF6-4447-9601-1719C3574D13}" type="parTrans" cxnId="{8B9CDF80-E584-4E77-B25C-557207C5BEB5}">
      <dgm:prSet/>
      <dgm:spPr/>
      <dgm:t>
        <a:bodyPr/>
        <a:lstStyle/>
        <a:p>
          <a:endParaRPr lang="en-US"/>
        </a:p>
      </dgm:t>
    </dgm:pt>
    <dgm:pt modelId="{D6EC86F0-0849-41BA-ABDC-F1DD73F58B60}" type="sibTrans" cxnId="{8B9CDF80-E584-4E77-B25C-557207C5BEB5}">
      <dgm:prSet/>
      <dgm:spPr/>
      <dgm:t>
        <a:bodyPr/>
        <a:lstStyle/>
        <a:p>
          <a:endParaRPr lang="en-US"/>
        </a:p>
      </dgm:t>
    </dgm:pt>
    <dgm:pt modelId="{334A6F76-F389-488C-8ECE-5F033BB59EC0}">
      <dgm:prSet/>
      <dgm:spPr/>
      <dgm:t>
        <a:bodyPr/>
        <a:lstStyle/>
        <a:p>
          <a:r>
            <a:rPr lang="en-US" dirty="0"/>
            <a:t>Five subsystems operational in one platform</a:t>
          </a:r>
        </a:p>
      </dgm:t>
    </dgm:pt>
    <dgm:pt modelId="{03068AA0-358B-47D2-93DC-CEABBA640B08}" type="parTrans" cxnId="{F1D926EE-D4F9-4DA9-9E01-081533ED9E9E}">
      <dgm:prSet/>
      <dgm:spPr/>
      <dgm:t>
        <a:bodyPr/>
        <a:lstStyle/>
        <a:p>
          <a:endParaRPr lang="en-US"/>
        </a:p>
      </dgm:t>
    </dgm:pt>
    <dgm:pt modelId="{424B1C4E-CE0D-404D-9A50-FDF4B044C26B}" type="sibTrans" cxnId="{F1D926EE-D4F9-4DA9-9E01-081533ED9E9E}">
      <dgm:prSet/>
      <dgm:spPr/>
      <dgm:t>
        <a:bodyPr/>
        <a:lstStyle/>
        <a:p>
          <a:endParaRPr lang="en-US"/>
        </a:p>
      </dgm:t>
    </dgm:pt>
    <dgm:pt modelId="{E6F7733A-A555-492D-941D-B09AED8D0003}">
      <dgm:prSet/>
      <dgm:spPr/>
      <dgm:t>
        <a:bodyPr/>
        <a:lstStyle/>
        <a:p>
          <a:r>
            <a:rPr lang="en-US"/>
            <a:t>Payments, analytics and verification functional</a:t>
          </a:r>
        </a:p>
      </dgm:t>
    </dgm:pt>
    <dgm:pt modelId="{37BA4BE7-5160-432E-BE94-5CE8F947FEBC}" type="parTrans" cxnId="{2A5AC2A3-9A75-4FF2-8C87-6D84393BD506}">
      <dgm:prSet/>
      <dgm:spPr/>
      <dgm:t>
        <a:bodyPr/>
        <a:lstStyle/>
        <a:p>
          <a:endParaRPr lang="en-US"/>
        </a:p>
      </dgm:t>
    </dgm:pt>
    <dgm:pt modelId="{71052A8D-A978-475C-B9FB-0DA8ACCC2FF6}" type="sibTrans" cxnId="{2A5AC2A3-9A75-4FF2-8C87-6D84393BD506}">
      <dgm:prSet/>
      <dgm:spPr/>
      <dgm:t>
        <a:bodyPr/>
        <a:lstStyle/>
        <a:p>
          <a:endParaRPr lang="en-US"/>
        </a:p>
      </dgm:t>
    </dgm:pt>
    <dgm:pt modelId="{F0894179-5724-4A57-8358-BDC98E114FCF}">
      <dgm:prSet/>
      <dgm:spPr/>
      <dgm:t>
        <a:bodyPr/>
        <a:lstStyle/>
        <a:p>
          <a:r>
            <a:rPr lang="en-US"/>
            <a:t>Usability confirmed with non-technical test users</a:t>
          </a:r>
        </a:p>
      </dgm:t>
    </dgm:pt>
    <dgm:pt modelId="{FF55AF49-FD9E-4766-A31A-8BD2F7562524}" type="parTrans" cxnId="{2524745C-B420-48FC-8633-E92FF383D240}">
      <dgm:prSet/>
      <dgm:spPr/>
      <dgm:t>
        <a:bodyPr/>
        <a:lstStyle/>
        <a:p>
          <a:endParaRPr lang="en-US"/>
        </a:p>
      </dgm:t>
    </dgm:pt>
    <dgm:pt modelId="{A2B419D1-036E-45FA-86DB-1330C71D3A86}" type="sibTrans" cxnId="{2524745C-B420-48FC-8633-E92FF383D240}">
      <dgm:prSet/>
      <dgm:spPr/>
      <dgm:t>
        <a:bodyPr/>
        <a:lstStyle/>
        <a:p>
          <a:endParaRPr lang="en-US"/>
        </a:p>
      </dgm:t>
    </dgm:pt>
    <dgm:pt modelId="{BCE26BCD-80B1-4363-9E9C-B4335830F4D6}">
      <dgm:prSet/>
      <dgm:spPr/>
      <dgm:t>
        <a:bodyPr/>
        <a:lstStyle/>
        <a:p>
          <a:r>
            <a:rPr lang="en-US"/>
            <a:t>Platform performs at production-ready scale</a:t>
          </a:r>
        </a:p>
      </dgm:t>
    </dgm:pt>
    <dgm:pt modelId="{1FBD6F89-2CB3-4B4A-B32B-816C0656B5F8}" type="parTrans" cxnId="{E3AE3ECB-BE39-49F4-857F-A758AEE5B039}">
      <dgm:prSet/>
      <dgm:spPr/>
      <dgm:t>
        <a:bodyPr/>
        <a:lstStyle/>
        <a:p>
          <a:endParaRPr lang="en-US"/>
        </a:p>
      </dgm:t>
    </dgm:pt>
    <dgm:pt modelId="{DE1725FA-0962-47E2-A562-2A1F61A6CDF9}" type="sibTrans" cxnId="{E3AE3ECB-BE39-49F4-857F-A758AEE5B039}">
      <dgm:prSet/>
      <dgm:spPr/>
      <dgm:t>
        <a:bodyPr/>
        <a:lstStyle/>
        <a:p>
          <a:endParaRPr lang="en-US"/>
        </a:p>
      </dgm:t>
    </dgm:pt>
    <dgm:pt modelId="{F3553E7C-6400-417C-866B-BFA4C441ABC7}" type="pres">
      <dgm:prSet presAssocID="{64FEC09A-1D21-4E6A-AD22-2BD8CD0D1B05}" presName="linear" presStyleCnt="0">
        <dgm:presLayoutVars>
          <dgm:animLvl val="lvl"/>
          <dgm:resizeHandles val="exact"/>
        </dgm:presLayoutVars>
      </dgm:prSet>
      <dgm:spPr/>
    </dgm:pt>
    <dgm:pt modelId="{D7B7403F-3143-45AA-9B68-0A023437B218}" type="pres">
      <dgm:prSet presAssocID="{7E49AFFB-785F-478E-B2E8-9B3E660326F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44CE7BC-ABB4-4229-AE98-B197CA0B9AC5}" type="pres">
      <dgm:prSet presAssocID="{D6EC86F0-0849-41BA-ABDC-F1DD73F58B60}" presName="spacer" presStyleCnt="0"/>
      <dgm:spPr/>
    </dgm:pt>
    <dgm:pt modelId="{3B823004-D495-4E8D-9BBE-6259114F89F7}" type="pres">
      <dgm:prSet presAssocID="{334A6F76-F389-488C-8ECE-5F033BB59EC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02F3E33-69C1-449E-AB1B-478471C4B3C7}" type="pres">
      <dgm:prSet presAssocID="{424B1C4E-CE0D-404D-9A50-FDF4B044C26B}" presName="spacer" presStyleCnt="0"/>
      <dgm:spPr/>
    </dgm:pt>
    <dgm:pt modelId="{EC749D78-7A2D-4FFA-B3D5-B9A9EAC29D68}" type="pres">
      <dgm:prSet presAssocID="{E6F7733A-A555-492D-941D-B09AED8D000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8DF03CB-D6C6-4C50-AFD2-D5D4DA997F01}" type="pres">
      <dgm:prSet presAssocID="{71052A8D-A978-475C-B9FB-0DA8ACCC2FF6}" presName="spacer" presStyleCnt="0"/>
      <dgm:spPr/>
    </dgm:pt>
    <dgm:pt modelId="{DB9D299D-E445-4B4A-A025-0A1EE535CB86}" type="pres">
      <dgm:prSet presAssocID="{F0894179-5724-4A57-8358-BDC98E114FC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B110A19-E397-41A6-91A3-324A057DFCDC}" type="pres">
      <dgm:prSet presAssocID="{A2B419D1-036E-45FA-86DB-1330C71D3A86}" presName="spacer" presStyleCnt="0"/>
      <dgm:spPr/>
    </dgm:pt>
    <dgm:pt modelId="{F10A5D8A-7CE6-4086-B36B-FF2166F2BCEC}" type="pres">
      <dgm:prSet presAssocID="{BCE26BCD-80B1-4363-9E9C-B4335830F4D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524745C-B420-48FC-8633-E92FF383D240}" srcId="{64FEC09A-1D21-4E6A-AD22-2BD8CD0D1B05}" destId="{F0894179-5724-4A57-8358-BDC98E114FCF}" srcOrd="3" destOrd="0" parTransId="{FF55AF49-FD9E-4766-A31A-8BD2F7562524}" sibTransId="{A2B419D1-036E-45FA-86DB-1330C71D3A86}"/>
    <dgm:cxn modelId="{8C87DB46-C112-48D9-9189-994EF1C03EC4}" type="presOf" srcId="{7E49AFFB-785F-478E-B2E8-9B3E660326F7}" destId="{D7B7403F-3143-45AA-9B68-0A023437B218}" srcOrd="0" destOrd="0" presId="urn:microsoft.com/office/officeart/2005/8/layout/vList2"/>
    <dgm:cxn modelId="{02D87D4D-F266-42CB-91BC-785EDEC5E0B7}" type="presOf" srcId="{F0894179-5724-4A57-8358-BDC98E114FCF}" destId="{DB9D299D-E445-4B4A-A025-0A1EE535CB86}" srcOrd="0" destOrd="0" presId="urn:microsoft.com/office/officeart/2005/8/layout/vList2"/>
    <dgm:cxn modelId="{8B9CDF80-E584-4E77-B25C-557207C5BEB5}" srcId="{64FEC09A-1D21-4E6A-AD22-2BD8CD0D1B05}" destId="{7E49AFFB-785F-478E-B2E8-9B3E660326F7}" srcOrd="0" destOrd="0" parTransId="{C0BB4160-8AF6-4447-9601-1719C3574D13}" sibTransId="{D6EC86F0-0849-41BA-ABDC-F1DD73F58B60}"/>
    <dgm:cxn modelId="{2A5AC2A3-9A75-4FF2-8C87-6D84393BD506}" srcId="{64FEC09A-1D21-4E6A-AD22-2BD8CD0D1B05}" destId="{E6F7733A-A555-492D-941D-B09AED8D0003}" srcOrd="2" destOrd="0" parTransId="{37BA4BE7-5160-432E-BE94-5CE8F947FEBC}" sibTransId="{71052A8D-A978-475C-B9FB-0DA8ACCC2FF6}"/>
    <dgm:cxn modelId="{804240AF-2889-4EFB-A8F0-1000C7E130E4}" type="presOf" srcId="{334A6F76-F389-488C-8ECE-5F033BB59EC0}" destId="{3B823004-D495-4E8D-9BBE-6259114F89F7}" srcOrd="0" destOrd="0" presId="urn:microsoft.com/office/officeart/2005/8/layout/vList2"/>
    <dgm:cxn modelId="{802B41B6-6603-4B0E-AAC9-F098358E47B3}" type="presOf" srcId="{64FEC09A-1D21-4E6A-AD22-2BD8CD0D1B05}" destId="{F3553E7C-6400-417C-866B-BFA4C441ABC7}" srcOrd="0" destOrd="0" presId="urn:microsoft.com/office/officeart/2005/8/layout/vList2"/>
    <dgm:cxn modelId="{E3AE3ECB-BE39-49F4-857F-A758AEE5B039}" srcId="{64FEC09A-1D21-4E6A-AD22-2BD8CD0D1B05}" destId="{BCE26BCD-80B1-4363-9E9C-B4335830F4D6}" srcOrd="4" destOrd="0" parTransId="{1FBD6F89-2CB3-4B4A-B32B-816C0656B5F8}" sibTransId="{DE1725FA-0962-47E2-A562-2A1F61A6CDF9}"/>
    <dgm:cxn modelId="{5AEBE6D3-0F38-4DA9-87CE-5E7678034AE3}" type="presOf" srcId="{E6F7733A-A555-492D-941D-B09AED8D0003}" destId="{EC749D78-7A2D-4FFA-B3D5-B9A9EAC29D68}" srcOrd="0" destOrd="0" presId="urn:microsoft.com/office/officeart/2005/8/layout/vList2"/>
    <dgm:cxn modelId="{F1D926EE-D4F9-4DA9-9E01-081533ED9E9E}" srcId="{64FEC09A-1D21-4E6A-AD22-2BD8CD0D1B05}" destId="{334A6F76-F389-488C-8ECE-5F033BB59EC0}" srcOrd="1" destOrd="0" parTransId="{03068AA0-358B-47D2-93DC-CEABBA640B08}" sibTransId="{424B1C4E-CE0D-404D-9A50-FDF4B044C26B}"/>
    <dgm:cxn modelId="{202398FF-7AB9-4604-9006-7F63C719A83B}" type="presOf" srcId="{BCE26BCD-80B1-4363-9E9C-B4335830F4D6}" destId="{F10A5D8A-7CE6-4086-B36B-FF2166F2BCEC}" srcOrd="0" destOrd="0" presId="urn:microsoft.com/office/officeart/2005/8/layout/vList2"/>
    <dgm:cxn modelId="{4AFE3C5F-D01A-4440-9F59-D9E4A5C57D49}" type="presParOf" srcId="{F3553E7C-6400-417C-866B-BFA4C441ABC7}" destId="{D7B7403F-3143-45AA-9B68-0A023437B218}" srcOrd="0" destOrd="0" presId="urn:microsoft.com/office/officeart/2005/8/layout/vList2"/>
    <dgm:cxn modelId="{96B2E5E0-DDFB-41E0-8955-2DC98D9FBD9F}" type="presParOf" srcId="{F3553E7C-6400-417C-866B-BFA4C441ABC7}" destId="{844CE7BC-ABB4-4229-AE98-B197CA0B9AC5}" srcOrd="1" destOrd="0" presId="urn:microsoft.com/office/officeart/2005/8/layout/vList2"/>
    <dgm:cxn modelId="{9BF9F591-35EA-4EA6-BB5C-C25C0BC1224C}" type="presParOf" srcId="{F3553E7C-6400-417C-866B-BFA4C441ABC7}" destId="{3B823004-D495-4E8D-9BBE-6259114F89F7}" srcOrd="2" destOrd="0" presId="urn:microsoft.com/office/officeart/2005/8/layout/vList2"/>
    <dgm:cxn modelId="{C59B3510-4798-48F8-AD4B-C182F23D0C7B}" type="presParOf" srcId="{F3553E7C-6400-417C-866B-BFA4C441ABC7}" destId="{002F3E33-69C1-449E-AB1B-478471C4B3C7}" srcOrd="3" destOrd="0" presId="urn:microsoft.com/office/officeart/2005/8/layout/vList2"/>
    <dgm:cxn modelId="{42085929-405E-4473-8C40-1B3E62180C0C}" type="presParOf" srcId="{F3553E7C-6400-417C-866B-BFA4C441ABC7}" destId="{EC749D78-7A2D-4FFA-B3D5-B9A9EAC29D68}" srcOrd="4" destOrd="0" presId="urn:microsoft.com/office/officeart/2005/8/layout/vList2"/>
    <dgm:cxn modelId="{CEBF645F-8CE3-4B90-879C-C667689116B1}" type="presParOf" srcId="{F3553E7C-6400-417C-866B-BFA4C441ABC7}" destId="{58DF03CB-D6C6-4C50-AFD2-D5D4DA997F01}" srcOrd="5" destOrd="0" presId="urn:microsoft.com/office/officeart/2005/8/layout/vList2"/>
    <dgm:cxn modelId="{364BBC2F-7C4E-4FDF-9ED3-5BABDBC0E757}" type="presParOf" srcId="{F3553E7C-6400-417C-866B-BFA4C441ABC7}" destId="{DB9D299D-E445-4B4A-A025-0A1EE535CB86}" srcOrd="6" destOrd="0" presId="urn:microsoft.com/office/officeart/2005/8/layout/vList2"/>
    <dgm:cxn modelId="{1FB11F42-B9FB-4256-95A0-ECCFF0D923FD}" type="presParOf" srcId="{F3553E7C-6400-417C-866B-BFA4C441ABC7}" destId="{AB110A19-E397-41A6-91A3-324A057DFCDC}" srcOrd="7" destOrd="0" presId="urn:microsoft.com/office/officeart/2005/8/layout/vList2"/>
    <dgm:cxn modelId="{684BD80A-27AC-4B04-928D-793A0144641E}" type="presParOf" srcId="{F3553E7C-6400-417C-866B-BFA4C441ABC7}" destId="{F10A5D8A-7CE6-4086-B36B-FF2166F2BCE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3EF4BCB-A038-4277-B656-6335549BD97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DA88135-1E94-49ED-89BB-F52EE29362C8}">
      <dgm:prSet/>
      <dgm:spPr/>
      <dgm:t>
        <a:bodyPr/>
        <a:lstStyle/>
        <a:p>
          <a:r>
            <a:rPr lang="en-US" b="1"/>
            <a:t>Worked well:</a:t>
          </a:r>
          <a:endParaRPr lang="en-US"/>
        </a:p>
      </dgm:t>
    </dgm:pt>
    <dgm:pt modelId="{E27D155E-A64C-4071-A458-91F7A2A77F76}" type="parTrans" cxnId="{00322DE3-1F9A-41EA-9116-7D203F1EABEF}">
      <dgm:prSet/>
      <dgm:spPr/>
      <dgm:t>
        <a:bodyPr/>
        <a:lstStyle/>
        <a:p>
          <a:endParaRPr lang="en-US"/>
        </a:p>
      </dgm:t>
    </dgm:pt>
    <dgm:pt modelId="{FB5B3739-02A3-4275-9C74-378EB4882510}" type="sibTrans" cxnId="{00322DE3-1F9A-41EA-9116-7D203F1EABEF}">
      <dgm:prSet/>
      <dgm:spPr/>
      <dgm:t>
        <a:bodyPr/>
        <a:lstStyle/>
        <a:p>
          <a:endParaRPr lang="en-US"/>
        </a:p>
      </dgm:t>
    </dgm:pt>
    <dgm:pt modelId="{5B3B7594-F480-4ECE-BAFD-41096DD2544C}">
      <dgm:prSet/>
      <dgm:spPr/>
      <dgm:t>
        <a:bodyPr/>
        <a:lstStyle/>
        <a:p>
          <a:r>
            <a:rPr lang="en-US" dirty="0"/>
            <a:t>MVC kept codebase clean and testable</a:t>
          </a:r>
        </a:p>
      </dgm:t>
    </dgm:pt>
    <dgm:pt modelId="{2F666350-17CE-405F-99B9-284DD1255042}" type="parTrans" cxnId="{6BBC212F-08E5-4759-8776-4F154A16337A}">
      <dgm:prSet/>
      <dgm:spPr/>
      <dgm:t>
        <a:bodyPr/>
        <a:lstStyle/>
        <a:p>
          <a:endParaRPr lang="en-US"/>
        </a:p>
      </dgm:t>
    </dgm:pt>
    <dgm:pt modelId="{59ABF07D-D2AF-43C0-9522-0CC362473B4A}" type="sibTrans" cxnId="{6BBC212F-08E5-4759-8776-4F154A16337A}">
      <dgm:prSet/>
      <dgm:spPr/>
      <dgm:t>
        <a:bodyPr/>
        <a:lstStyle/>
        <a:p>
          <a:endParaRPr lang="en-US"/>
        </a:p>
      </dgm:t>
    </dgm:pt>
    <dgm:pt modelId="{9C90E3E9-C892-4FFE-BC69-D23DD75DA845}">
      <dgm:prSet/>
      <dgm:spPr/>
      <dgm:t>
        <a:bodyPr/>
        <a:lstStyle/>
        <a:p>
          <a:r>
            <a:rPr lang="en-US" dirty="0" err="1"/>
            <a:t>GraphQL</a:t>
          </a:r>
          <a:r>
            <a:rPr lang="en-US" dirty="0"/>
            <a:t> reduced over-fetching significantly</a:t>
          </a:r>
        </a:p>
      </dgm:t>
    </dgm:pt>
    <dgm:pt modelId="{2585F037-4ABA-4441-BA06-D5D9EE8C3B0A}" type="parTrans" cxnId="{D9C0A357-DD44-4295-8329-AC7DF2488CB5}">
      <dgm:prSet/>
      <dgm:spPr/>
      <dgm:t>
        <a:bodyPr/>
        <a:lstStyle/>
        <a:p>
          <a:endParaRPr lang="en-US"/>
        </a:p>
      </dgm:t>
    </dgm:pt>
    <dgm:pt modelId="{4714EDDA-FC82-41E9-B592-0C0D33FB13EC}" type="sibTrans" cxnId="{D9C0A357-DD44-4295-8329-AC7DF2488CB5}">
      <dgm:prSet/>
      <dgm:spPr/>
      <dgm:t>
        <a:bodyPr/>
        <a:lstStyle/>
        <a:p>
          <a:endParaRPr lang="en-US"/>
        </a:p>
      </dgm:t>
    </dgm:pt>
    <dgm:pt modelId="{7DD3464E-4DA8-45D0-A483-230EC7556132}">
      <dgm:prSet/>
      <dgm:spPr/>
      <dgm:t>
        <a:bodyPr/>
        <a:lstStyle/>
        <a:p>
          <a:r>
            <a:rPr lang="en-US"/>
            <a:t>DSR + Agile allowed continuous course-correction</a:t>
          </a:r>
        </a:p>
      </dgm:t>
    </dgm:pt>
    <dgm:pt modelId="{8A879132-FF37-4821-88EC-9DAF4BA61D8F}" type="parTrans" cxnId="{59AC23D8-F99F-4D1D-A407-2D4ECB0D1E64}">
      <dgm:prSet/>
      <dgm:spPr/>
      <dgm:t>
        <a:bodyPr/>
        <a:lstStyle/>
        <a:p>
          <a:endParaRPr lang="en-US"/>
        </a:p>
      </dgm:t>
    </dgm:pt>
    <dgm:pt modelId="{FE607EC3-0639-44EB-A59A-7EA59B09F347}" type="sibTrans" cxnId="{59AC23D8-F99F-4D1D-A407-2D4ECB0D1E64}">
      <dgm:prSet/>
      <dgm:spPr/>
      <dgm:t>
        <a:bodyPr/>
        <a:lstStyle/>
        <a:p>
          <a:endParaRPr lang="en-US"/>
        </a:p>
      </dgm:t>
    </dgm:pt>
    <dgm:pt modelId="{C9086A92-C3C2-40C0-93A6-064147ED8A19}">
      <dgm:prSet/>
      <dgm:spPr/>
      <dgm:t>
        <a:bodyPr/>
        <a:lstStyle/>
        <a:p>
          <a:r>
            <a:rPr lang="en-US" b="1"/>
            <a:t>Limitations:</a:t>
          </a:r>
          <a:endParaRPr lang="en-US"/>
        </a:p>
      </dgm:t>
    </dgm:pt>
    <dgm:pt modelId="{F5421DDB-CD9E-4638-9731-03B7079D5D46}" type="parTrans" cxnId="{31C6B437-06F5-43B7-BF78-2C2E0A67CD61}">
      <dgm:prSet/>
      <dgm:spPr/>
      <dgm:t>
        <a:bodyPr/>
        <a:lstStyle/>
        <a:p>
          <a:endParaRPr lang="en-US"/>
        </a:p>
      </dgm:t>
    </dgm:pt>
    <dgm:pt modelId="{E0BDB7B7-D7C6-4D89-8161-F770DB432738}" type="sibTrans" cxnId="{31C6B437-06F5-43B7-BF78-2C2E0A67CD61}">
      <dgm:prSet/>
      <dgm:spPr/>
      <dgm:t>
        <a:bodyPr/>
        <a:lstStyle/>
        <a:p>
          <a:endParaRPr lang="en-US"/>
        </a:p>
      </dgm:t>
    </dgm:pt>
    <dgm:pt modelId="{36C50226-1D57-46AD-98A2-3DD62850DE1B}">
      <dgm:prSet/>
      <dgm:spPr/>
      <dgm:t>
        <a:bodyPr/>
        <a:lstStyle/>
        <a:p>
          <a:r>
            <a:rPr lang="en-US" dirty="0"/>
            <a:t>Synthetic datasets only - no real tenancy data</a:t>
          </a:r>
        </a:p>
      </dgm:t>
    </dgm:pt>
    <dgm:pt modelId="{6C96086D-5AB9-4E6B-8858-F7F176DE8C85}" type="parTrans" cxnId="{1635FCF7-389B-459E-94B5-05F4ABCA526A}">
      <dgm:prSet/>
      <dgm:spPr/>
      <dgm:t>
        <a:bodyPr/>
        <a:lstStyle/>
        <a:p>
          <a:endParaRPr lang="en-US"/>
        </a:p>
      </dgm:t>
    </dgm:pt>
    <dgm:pt modelId="{C3429B14-9D32-4FAE-A09A-E7A40D9ED0F8}" type="sibTrans" cxnId="{1635FCF7-389B-459E-94B5-05F4ABCA526A}">
      <dgm:prSet/>
      <dgm:spPr/>
      <dgm:t>
        <a:bodyPr/>
        <a:lstStyle/>
        <a:p>
          <a:endParaRPr lang="en-US"/>
        </a:p>
      </dgm:t>
    </dgm:pt>
    <dgm:pt modelId="{AF62C17F-F24D-44C3-84E0-C3A210C02578}">
      <dgm:prSet/>
      <dgm:spPr/>
      <dgm:t>
        <a:bodyPr/>
        <a:lstStyle/>
        <a:p>
          <a:r>
            <a:rPr lang="en-US"/>
            <a:t>Stripe tested in sandbox mode only</a:t>
          </a:r>
        </a:p>
      </dgm:t>
    </dgm:pt>
    <dgm:pt modelId="{125C4B30-2301-4C67-B5B1-C8AC4EFD0A4D}" type="parTrans" cxnId="{AFEE2A00-4443-4F1C-8232-B7A6168B3565}">
      <dgm:prSet/>
      <dgm:spPr/>
      <dgm:t>
        <a:bodyPr/>
        <a:lstStyle/>
        <a:p>
          <a:endParaRPr lang="en-US"/>
        </a:p>
      </dgm:t>
    </dgm:pt>
    <dgm:pt modelId="{42DCBCCB-0D8A-4CEA-961C-D37A8B22184D}" type="sibTrans" cxnId="{AFEE2A00-4443-4F1C-8232-B7A6168B3565}">
      <dgm:prSet/>
      <dgm:spPr/>
      <dgm:t>
        <a:bodyPr/>
        <a:lstStyle/>
        <a:p>
          <a:endParaRPr lang="en-US"/>
        </a:p>
      </dgm:t>
    </dgm:pt>
    <dgm:pt modelId="{0854828F-4287-48BD-8F7A-34A2F7490061}">
      <dgm:prSet/>
      <dgm:spPr/>
      <dgm:t>
        <a:bodyPr/>
        <a:lstStyle/>
        <a:p>
          <a:r>
            <a:rPr lang="en-US"/>
            <a:t>Verification relies entirely on third-party services</a:t>
          </a:r>
        </a:p>
      </dgm:t>
    </dgm:pt>
    <dgm:pt modelId="{AE9F499A-1AF6-48F4-A480-8469496E70C2}" type="parTrans" cxnId="{23F09751-6481-475E-9F8E-180D91CBEC14}">
      <dgm:prSet/>
      <dgm:spPr/>
      <dgm:t>
        <a:bodyPr/>
        <a:lstStyle/>
        <a:p>
          <a:endParaRPr lang="en-US"/>
        </a:p>
      </dgm:t>
    </dgm:pt>
    <dgm:pt modelId="{3D92FE91-2F43-43E7-9EA7-3D80E831096A}" type="sibTrans" cxnId="{23F09751-6481-475E-9F8E-180D91CBEC14}">
      <dgm:prSet/>
      <dgm:spPr/>
      <dgm:t>
        <a:bodyPr/>
        <a:lstStyle/>
        <a:p>
          <a:endParaRPr lang="en-US"/>
        </a:p>
      </dgm:t>
    </dgm:pt>
    <dgm:pt modelId="{355C8C7E-5D6E-4013-B05C-4C71C7F29F8B}">
      <dgm:prSet/>
      <dgm:spPr/>
      <dgm:t>
        <a:bodyPr/>
        <a:lstStyle/>
        <a:p>
          <a:r>
            <a:rPr lang="en-US" b="1"/>
            <a:t>Would do differently:</a:t>
          </a:r>
          <a:endParaRPr lang="en-US"/>
        </a:p>
      </dgm:t>
    </dgm:pt>
    <dgm:pt modelId="{7CC3A49B-7E03-49C5-A0FF-E7954D6B91C6}" type="parTrans" cxnId="{7E9E0AF7-56A6-43A8-8D45-ED13E99A4CFD}">
      <dgm:prSet/>
      <dgm:spPr/>
      <dgm:t>
        <a:bodyPr/>
        <a:lstStyle/>
        <a:p>
          <a:endParaRPr lang="en-US"/>
        </a:p>
      </dgm:t>
    </dgm:pt>
    <dgm:pt modelId="{49B4358C-3081-4D77-88B3-22BBADB1DE8F}" type="sibTrans" cxnId="{7E9E0AF7-56A6-43A8-8D45-ED13E99A4CFD}">
      <dgm:prSet/>
      <dgm:spPr/>
      <dgm:t>
        <a:bodyPr/>
        <a:lstStyle/>
        <a:p>
          <a:endParaRPr lang="en-US"/>
        </a:p>
      </dgm:t>
    </dgm:pt>
    <dgm:pt modelId="{F37DE709-8330-4090-BE13-F254C3E71E3A}">
      <dgm:prSet/>
      <dgm:spPr/>
      <dgm:t>
        <a:bodyPr/>
        <a:lstStyle/>
        <a:p>
          <a:r>
            <a:rPr lang="en-US"/>
            <a:t>Real user feedback from Sprint 1</a:t>
          </a:r>
        </a:p>
      </dgm:t>
    </dgm:pt>
    <dgm:pt modelId="{E4089813-AAA6-4589-97F2-C33A33FC79FD}" type="parTrans" cxnId="{0594ABAC-0798-455B-852A-6E5BBE28102F}">
      <dgm:prSet/>
      <dgm:spPr/>
      <dgm:t>
        <a:bodyPr/>
        <a:lstStyle/>
        <a:p>
          <a:endParaRPr lang="en-US"/>
        </a:p>
      </dgm:t>
    </dgm:pt>
    <dgm:pt modelId="{9F130F2B-DF2E-43AE-B034-4620CFD42EA9}" type="sibTrans" cxnId="{0594ABAC-0798-455B-852A-6E5BBE28102F}">
      <dgm:prSet/>
      <dgm:spPr/>
      <dgm:t>
        <a:bodyPr/>
        <a:lstStyle/>
        <a:p>
          <a:endParaRPr lang="en-US"/>
        </a:p>
      </dgm:t>
    </dgm:pt>
    <dgm:pt modelId="{D1227591-14DC-4C80-9EB8-C5FB18554E51}">
      <dgm:prSet/>
      <dgm:spPr/>
      <dgm:t>
        <a:bodyPr/>
        <a:lstStyle/>
        <a:p>
          <a:r>
            <a:rPr lang="en-US"/>
            <a:t>Email notifications built in from the start</a:t>
          </a:r>
        </a:p>
      </dgm:t>
    </dgm:pt>
    <dgm:pt modelId="{80610495-DDE8-48B5-A306-3827F4B978FF}" type="parTrans" cxnId="{99C9BB6C-A7C7-4D33-BA79-C3A91E3E7B5C}">
      <dgm:prSet/>
      <dgm:spPr/>
      <dgm:t>
        <a:bodyPr/>
        <a:lstStyle/>
        <a:p>
          <a:endParaRPr lang="en-US"/>
        </a:p>
      </dgm:t>
    </dgm:pt>
    <dgm:pt modelId="{864485CF-C782-419C-BB5F-48D3849E734E}" type="sibTrans" cxnId="{99C9BB6C-A7C7-4D33-BA79-C3A91E3E7B5C}">
      <dgm:prSet/>
      <dgm:spPr/>
      <dgm:t>
        <a:bodyPr/>
        <a:lstStyle/>
        <a:p>
          <a:endParaRPr lang="en-US"/>
        </a:p>
      </dgm:t>
    </dgm:pt>
    <dgm:pt modelId="{C84893DD-DA0B-48A5-A8F8-730037C47263}" type="pres">
      <dgm:prSet presAssocID="{83EF4BCB-A038-4277-B656-6335549BD977}" presName="vert0" presStyleCnt="0">
        <dgm:presLayoutVars>
          <dgm:dir/>
          <dgm:animOne val="branch"/>
          <dgm:animLvl val="lvl"/>
        </dgm:presLayoutVars>
      </dgm:prSet>
      <dgm:spPr/>
    </dgm:pt>
    <dgm:pt modelId="{BD15B7BD-3ECE-4DCB-BBE0-985308FED1D9}" type="pres">
      <dgm:prSet presAssocID="{BDA88135-1E94-49ED-89BB-F52EE29362C8}" presName="thickLine" presStyleLbl="alignNode1" presStyleIdx="0" presStyleCnt="11"/>
      <dgm:spPr/>
    </dgm:pt>
    <dgm:pt modelId="{645C89B8-A53A-4839-AE21-A64E0574328A}" type="pres">
      <dgm:prSet presAssocID="{BDA88135-1E94-49ED-89BB-F52EE29362C8}" presName="horz1" presStyleCnt="0"/>
      <dgm:spPr/>
    </dgm:pt>
    <dgm:pt modelId="{891DEC39-C43A-46A6-B704-695F836319BA}" type="pres">
      <dgm:prSet presAssocID="{BDA88135-1E94-49ED-89BB-F52EE29362C8}" presName="tx1" presStyleLbl="revTx" presStyleIdx="0" presStyleCnt="11"/>
      <dgm:spPr/>
    </dgm:pt>
    <dgm:pt modelId="{B30AEC1A-0AEC-4FAD-B3B3-F791D8B1CC4B}" type="pres">
      <dgm:prSet presAssocID="{BDA88135-1E94-49ED-89BB-F52EE29362C8}" presName="vert1" presStyleCnt="0"/>
      <dgm:spPr/>
    </dgm:pt>
    <dgm:pt modelId="{09E68847-20EA-42F8-9512-DC4861B6B3B2}" type="pres">
      <dgm:prSet presAssocID="{5B3B7594-F480-4ECE-BAFD-41096DD2544C}" presName="thickLine" presStyleLbl="alignNode1" presStyleIdx="1" presStyleCnt="11"/>
      <dgm:spPr/>
    </dgm:pt>
    <dgm:pt modelId="{1A16DCF2-40FB-46DF-95BB-DBAE05C869AA}" type="pres">
      <dgm:prSet presAssocID="{5B3B7594-F480-4ECE-BAFD-41096DD2544C}" presName="horz1" presStyleCnt="0"/>
      <dgm:spPr/>
    </dgm:pt>
    <dgm:pt modelId="{94DD0D47-1CD3-4970-9B49-498D97685E51}" type="pres">
      <dgm:prSet presAssocID="{5B3B7594-F480-4ECE-BAFD-41096DD2544C}" presName="tx1" presStyleLbl="revTx" presStyleIdx="1" presStyleCnt="11"/>
      <dgm:spPr/>
    </dgm:pt>
    <dgm:pt modelId="{747585F0-1140-400D-9C3F-A0110DBD3DF1}" type="pres">
      <dgm:prSet presAssocID="{5B3B7594-F480-4ECE-BAFD-41096DD2544C}" presName="vert1" presStyleCnt="0"/>
      <dgm:spPr/>
    </dgm:pt>
    <dgm:pt modelId="{B2217A98-972C-4553-8F1F-D0A2ED488AB9}" type="pres">
      <dgm:prSet presAssocID="{9C90E3E9-C892-4FFE-BC69-D23DD75DA845}" presName="thickLine" presStyleLbl="alignNode1" presStyleIdx="2" presStyleCnt="11"/>
      <dgm:spPr/>
    </dgm:pt>
    <dgm:pt modelId="{47A0398B-C274-4CBA-8F53-28794A38B70D}" type="pres">
      <dgm:prSet presAssocID="{9C90E3E9-C892-4FFE-BC69-D23DD75DA845}" presName="horz1" presStyleCnt="0"/>
      <dgm:spPr/>
    </dgm:pt>
    <dgm:pt modelId="{2D008C7C-EFED-4AEA-8C29-8B2605969D2A}" type="pres">
      <dgm:prSet presAssocID="{9C90E3E9-C892-4FFE-BC69-D23DD75DA845}" presName="tx1" presStyleLbl="revTx" presStyleIdx="2" presStyleCnt="11"/>
      <dgm:spPr/>
    </dgm:pt>
    <dgm:pt modelId="{319C9EAC-A0D9-446F-B456-0E35FE9DC6C0}" type="pres">
      <dgm:prSet presAssocID="{9C90E3E9-C892-4FFE-BC69-D23DD75DA845}" presName="vert1" presStyleCnt="0"/>
      <dgm:spPr/>
    </dgm:pt>
    <dgm:pt modelId="{5FE800A2-01E5-4DBE-919E-625616FF728A}" type="pres">
      <dgm:prSet presAssocID="{7DD3464E-4DA8-45D0-A483-230EC7556132}" presName="thickLine" presStyleLbl="alignNode1" presStyleIdx="3" presStyleCnt="11"/>
      <dgm:spPr/>
    </dgm:pt>
    <dgm:pt modelId="{B301ADD4-2AC9-44F7-9038-F2AC1F3F04E0}" type="pres">
      <dgm:prSet presAssocID="{7DD3464E-4DA8-45D0-A483-230EC7556132}" presName="horz1" presStyleCnt="0"/>
      <dgm:spPr/>
    </dgm:pt>
    <dgm:pt modelId="{0B0F9CEB-9B9E-4EAB-8DAC-28250694626C}" type="pres">
      <dgm:prSet presAssocID="{7DD3464E-4DA8-45D0-A483-230EC7556132}" presName="tx1" presStyleLbl="revTx" presStyleIdx="3" presStyleCnt="11"/>
      <dgm:spPr/>
    </dgm:pt>
    <dgm:pt modelId="{0B7B17C7-285E-4522-A932-738D81E7B709}" type="pres">
      <dgm:prSet presAssocID="{7DD3464E-4DA8-45D0-A483-230EC7556132}" presName="vert1" presStyleCnt="0"/>
      <dgm:spPr/>
    </dgm:pt>
    <dgm:pt modelId="{67B1169A-0E2F-4ADB-967C-1C67FAD0822A}" type="pres">
      <dgm:prSet presAssocID="{C9086A92-C3C2-40C0-93A6-064147ED8A19}" presName="thickLine" presStyleLbl="alignNode1" presStyleIdx="4" presStyleCnt="11"/>
      <dgm:spPr/>
    </dgm:pt>
    <dgm:pt modelId="{1FA157E2-537A-4A47-961C-86D32697A647}" type="pres">
      <dgm:prSet presAssocID="{C9086A92-C3C2-40C0-93A6-064147ED8A19}" presName="horz1" presStyleCnt="0"/>
      <dgm:spPr/>
    </dgm:pt>
    <dgm:pt modelId="{F2C6548D-2245-4431-9DC8-2372EEAD2E44}" type="pres">
      <dgm:prSet presAssocID="{C9086A92-C3C2-40C0-93A6-064147ED8A19}" presName="tx1" presStyleLbl="revTx" presStyleIdx="4" presStyleCnt="11"/>
      <dgm:spPr/>
    </dgm:pt>
    <dgm:pt modelId="{AB399EE0-2676-427B-B105-44E1D6A3B22C}" type="pres">
      <dgm:prSet presAssocID="{C9086A92-C3C2-40C0-93A6-064147ED8A19}" presName="vert1" presStyleCnt="0"/>
      <dgm:spPr/>
    </dgm:pt>
    <dgm:pt modelId="{7B766C71-9BB6-484E-AC1E-702406302627}" type="pres">
      <dgm:prSet presAssocID="{36C50226-1D57-46AD-98A2-3DD62850DE1B}" presName="thickLine" presStyleLbl="alignNode1" presStyleIdx="5" presStyleCnt="11"/>
      <dgm:spPr/>
    </dgm:pt>
    <dgm:pt modelId="{1D729292-AFD0-4DFE-AEAD-CD00E01517B9}" type="pres">
      <dgm:prSet presAssocID="{36C50226-1D57-46AD-98A2-3DD62850DE1B}" presName="horz1" presStyleCnt="0"/>
      <dgm:spPr/>
    </dgm:pt>
    <dgm:pt modelId="{D8DEF21C-825B-438D-A03F-ED97D471228B}" type="pres">
      <dgm:prSet presAssocID="{36C50226-1D57-46AD-98A2-3DD62850DE1B}" presName="tx1" presStyleLbl="revTx" presStyleIdx="5" presStyleCnt="11"/>
      <dgm:spPr/>
    </dgm:pt>
    <dgm:pt modelId="{C6FB4A59-8D6D-4F2A-A82D-37498E2FABAD}" type="pres">
      <dgm:prSet presAssocID="{36C50226-1D57-46AD-98A2-3DD62850DE1B}" presName="vert1" presStyleCnt="0"/>
      <dgm:spPr/>
    </dgm:pt>
    <dgm:pt modelId="{0229B31E-2A5E-4A0F-A970-B92A6E478AF4}" type="pres">
      <dgm:prSet presAssocID="{AF62C17F-F24D-44C3-84E0-C3A210C02578}" presName="thickLine" presStyleLbl="alignNode1" presStyleIdx="6" presStyleCnt="11"/>
      <dgm:spPr/>
    </dgm:pt>
    <dgm:pt modelId="{8E118DB4-F61B-4E09-82D1-4C56169B154F}" type="pres">
      <dgm:prSet presAssocID="{AF62C17F-F24D-44C3-84E0-C3A210C02578}" presName="horz1" presStyleCnt="0"/>
      <dgm:spPr/>
    </dgm:pt>
    <dgm:pt modelId="{9BA4E84A-409D-4C80-9318-A2E313A860B4}" type="pres">
      <dgm:prSet presAssocID="{AF62C17F-F24D-44C3-84E0-C3A210C02578}" presName="tx1" presStyleLbl="revTx" presStyleIdx="6" presStyleCnt="11"/>
      <dgm:spPr/>
    </dgm:pt>
    <dgm:pt modelId="{75A580FD-2768-4121-9F7A-E7DA05AC6010}" type="pres">
      <dgm:prSet presAssocID="{AF62C17F-F24D-44C3-84E0-C3A210C02578}" presName="vert1" presStyleCnt="0"/>
      <dgm:spPr/>
    </dgm:pt>
    <dgm:pt modelId="{567DCC77-E9F7-4E3A-917A-28D37691BFA9}" type="pres">
      <dgm:prSet presAssocID="{0854828F-4287-48BD-8F7A-34A2F7490061}" presName="thickLine" presStyleLbl="alignNode1" presStyleIdx="7" presStyleCnt="11"/>
      <dgm:spPr/>
    </dgm:pt>
    <dgm:pt modelId="{218E87FE-EBCD-42AA-81D8-05C3D7188B77}" type="pres">
      <dgm:prSet presAssocID="{0854828F-4287-48BD-8F7A-34A2F7490061}" presName="horz1" presStyleCnt="0"/>
      <dgm:spPr/>
    </dgm:pt>
    <dgm:pt modelId="{A6A404BA-BF54-4884-9A0C-A4355279AA92}" type="pres">
      <dgm:prSet presAssocID="{0854828F-4287-48BD-8F7A-34A2F7490061}" presName="tx1" presStyleLbl="revTx" presStyleIdx="7" presStyleCnt="11"/>
      <dgm:spPr/>
    </dgm:pt>
    <dgm:pt modelId="{6CEA9D16-9D0D-4BBA-9811-C2C8177A770C}" type="pres">
      <dgm:prSet presAssocID="{0854828F-4287-48BD-8F7A-34A2F7490061}" presName="vert1" presStyleCnt="0"/>
      <dgm:spPr/>
    </dgm:pt>
    <dgm:pt modelId="{6BC4DA10-B106-49B3-B0F1-C2704603416E}" type="pres">
      <dgm:prSet presAssocID="{355C8C7E-5D6E-4013-B05C-4C71C7F29F8B}" presName="thickLine" presStyleLbl="alignNode1" presStyleIdx="8" presStyleCnt="11"/>
      <dgm:spPr/>
    </dgm:pt>
    <dgm:pt modelId="{432FE1A0-2E6D-491C-B5CF-6806522BCF5D}" type="pres">
      <dgm:prSet presAssocID="{355C8C7E-5D6E-4013-B05C-4C71C7F29F8B}" presName="horz1" presStyleCnt="0"/>
      <dgm:spPr/>
    </dgm:pt>
    <dgm:pt modelId="{DB6F9852-DCE1-4F38-8DCB-9D5888CABDFD}" type="pres">
      <dgm:prSet presAssocID="{355C8C7E-5D6E-4013-B05C-4C71C7F29F8B}" presName="tx1" presStyleLbl="revTx" presStyleIdx="8" presStyleCnt="11"/>
      <dgm:spPr/>
    </dgm:pt>
    <dgm:pt modelId="{6D233E45-CD6C-43C5-8678-B3974047ED98}" type="pres">
      <dgm:prSet presAssocID="{355C8C7E-5D6E-4013-B05C-4C71C7F29F8B}" presName="vert1" presStyleCnt="0"/>
      <dgm:spPr/>
    </dgm:pt>
    <dgm:pt modelId="{A6F51996-CBE4-4AD9-B99C-284568BE2AD7}" type="pres">
      <dgm:prSet presAssocID="{F37DE709-8330-4090-BE13-F254C3E71E3A}" presName="thickLine" presStyleLbl="alignNode1" presStyleIdx="9" presStyleCnt="11"/>
      <dgm:spPr/>
    </dgm:pt>
    <dgm:pt modelId="{EAEF644A-2C89-4E53-AA3F-53077DAA8937}" type="pres">
      <dgm:prSet presAssocID="{F37DE709-8330-4090-BE13-F254C3E71E3A}" presName="horz1" presStyleCnt="0"/>
      <dgm:spPr/>
    </dgm:pt>
    <dgm:pt modelId="{C272FD2F-EFFB-4EC5-8A11-3F69F48617A0}" type="pres">
      <dgm:prSet presAssocID="{F37DE709-8330-4090-BE13-F254C3E71E3A}" presName="tx1" presStyleLbl="revTx" presStyleIdx="9" presStyleCnt="11"/>
      <dgm:spPr/>
    </dgm:pt>
    <dgm:pt modelId="{DA75A19C-9CD4-4AD4-BA90-DD04BADEC606}" type="pres">
      <dgm:prSet presAssocID="{F37DE709-8330-4090-BE13-F254C3E71E3A}" presName="vert1" presStyleCnt="0"/>
      <dgm:spPr/>
    </dgm:pt>
    <dgm:pt modelId="{DADA1AD2-174E-4952-ABB3-0735E961FD07}" type="pres">
      <dgm:prSet presAssocID="{D1227591-14DC-4C80-9EB8-C5FB18554E51}" presName="thickLine" presStyleLbl="alignNode1" presStyleIdx="10" presStyleCnt="11"/>
      <dgm:spPr/>
    </dgm:pt>
    <dgm:pt modelId="{12E99B0C-B2F7-4E49-80A9-ED37BB86E732}" type="pres">
      <dgm:prSet presAssocID="{D1227591-14DC-4C80-9EB8-C5FB18554E51}" presName="horz1" presStyleCnt="0"/>
      <dgm:spPr/>
    </dgm:pt>
    <dgm:pt modelId="{94B4A5E1-CF3E-4269-A296-5646060A8936}" type="pres">
      <dgm:prSet presAssocID="{D1227591-14DC-4C80-9EB8-C5FB18554E51}" presName="tx1" presStyleLbl="revTx" presStyleIdx="10" presStyleCnt="11"/>
      <dgm:spPr/>
    </dgm:pt>
    <dgm:pt modelId="{78777C6C-538B-4F35-B3BC-BC5B733DB620}" type="pres">
      <dgm:prSet presAssocID="{D1227591-14DC-4C80-9EB8-C5FB18554E51}" presName="vert1" presStyleCnt="0"/>
      <dgm:spPr/>
    </dgm:pt>
  </dgm:ptLst>
  <dgm:cxnLst>
    <dgm:cxn modelId="{AFEE2A00-4443-4F1C-8232-B7A6168B3565}" srcId="{83EF4BCB-A038-4277-B656-6335549BD977}" destId="{AF62C17F-F24D-44C3-84E0-C3A210C02578}" srcOrd="6" destOrd="0" parTransId="{125C4B30-2301-4C67-B5B1-C8AC4EFD0A4D}" sibTransId="{42DCBCCB-0D8A-4CEA-961C-D37A8B22184D}"/>
    <dgm:cxn modelId="{92A5721B-EA47-4567-95FC-3D8B35DBE301}" type="presOf" srcId="{5B3B7594-F480-4ECE-BAFD-41096DD2544C}" destId="{94DD0D47-1CD3-4970-9B49-498D97685E51}" srcOrd="0" destOrd="0" presId="urn:microsoft.com/office/officeart/2008/layout/LinedList"/>
    <dgm:cxn modelId="{726A1722-4A55-4A73-A2C7-B94D0B6530A9}" type="presOf" srcId="{7DD3464E-4DA8-45D0-A483-230EC7556132}" destId="{0B0F9CEB-9B9E-4EAB-8DAC-28250694626C}" srcOrd="0" destOrd="0" presId="urn:microsoft.com/office/officeart/2008/layout/LinedList"/>
    <dgm:cxn modelId="{AD29C724-677D-41AF-AA72-BDB218F33339}" type="presOf" srcId="{BDA88135-1E94-49ED-89BB-F52EE29362C8}" destId="{891DEC39-C43A-46A6-B704-695F836319BA}" srcOrd="0" destOrd="0" presId="urn:microsoft.com/office/officeart/2008/layout/LinedList"/>
    <dgm:cxn modelId="{6BBC212F-08E5-4759-8776-4F154A16337A}" srcId="{83EF4BCB-A038-4277-B656-6335549BD977}" destId="{5B3B7594-F480-4ECE-BAFD-41096DD2544C}" srcOrd="1" destOrd="0" parTransId="{2F666350-17CE-405F-99B9-284DD1255042}" sibTransId="{59ABF07D-D2AF-43C0-9522-0CC362473B4A}"/>
    <dgm:cxn modelId="{31C6B437-06F5-43B7-BF78-2C2E0A67CD61}" srcId="{83EF4BCB-A038-4277-B656-6335549BD977}" destId="{C9086A92-C3C2-40C0-93A6-064147ED8A19}" srcOrd="4" destOrd="0" parTransId="{F5421DDB-CD9E-4638-9731-03B7079D5D46}" sibTransId="{E0BDB7B7-D7C6-4D89-8161-F770DB432738}"/>
    <dgm:cxn modelId="{3D70F45B-D4C7-45FE-846E-4C8D6C61FE28}" type="presOf" srcId="{36C50226-1D57-46AD-98A2-3DD62850DE1B}" destId="{D8DEF21C-825B-438D-A03F-ED97D471228B}" srcOrd="0" destOrd="0" presId="urn:microsoft.com/office/officeart/2008/layout/LinedList"/>
    <dgm:cxn modelId="{99C9BB6C-A7C7-4D33-BA79-C3A91E3E7B5C}" srcId="{83EF4BCB-A038-4277-B656-6335549BD977}" destId="{D1227591-14DC-4C80-9EB8-C5FB18554E51}" srcOrd="10" destOrd="0" parTransId="{80610495-DDE8-48B5-A306-3827F4B978FF}" sibTransId="{864485CF-C782-419C-BB5F-48D3849E734E}"/>
    <dgm:cxn modelId="{23F09751-6481-475E-9F8E-180D91CBEC14}" srcId="{83EF4BCB-A038-4277-B656-6335549BD977}" destId="{0854828F-4287-48BD-8F7A-34A2F7490061}" srcOrd="7" destOrd="0" parTransId="{AE9F499A-1AF6-48F4-A480-8469496E70C2}" sibTransId="{3D92FE91-2F43-43E7-9EA7-3D80E831096A}"/>
    <dgm:cxn modelId="{FB0A7676-F1DF-405F-B483-C1A59A4B9EBC}" type="presOf" srcId="{AF62C17F-F24D-44C3-84E0-C3A210C02578}" destId="{9BA4E84A-409D-4C80-9318-A2E313A860B4}" srcOrd="0" destOrd="0" presId="urn:microsoft.com/office/officeart/2008/layout/LinedList"/>
    <dgm:cxn modelId="{D9C0A357-DD44-4295-8329-AC7DF2488CB5}" srcId="{83EF4BCB-A038-4277-B656-6335549BD977}" destId="{9C90E3E9-C892-4FFE-BC69-D23DD75DA845}" srcOrd="2" destOrd="0" parTransId="{2585F037-4ABA-4441-BA06-D5D9EE8C3B0A}" sibTransId="{4714EDDA-FC82-41E9-B592-0C0D33FB13EC}"/>
    <dgm:cxn modelId="{CE293C5A-2A03-4D9C-A591-361F4597023B}" type="presOf" srcId="{9C90E3E9-C892-4FFE-BC69-D23DD75DA845}" destId="{2D008C7C-EFED-4AEA-8C29-8B2605969D2A}" srcOrd="0" destOrd="0" presId="urn:microsoft.com/office/officeart/2008/layout/LinedList"/>
    <dgm:cxn modelId="{143D38A5-E76F-4CD3-8627-3F97048E1A35}" type="presOf" srcId="{C9086A92-C3C2-40C0-93A6-064147ED8A19}" destId="{F2C6548D-2245-4431-9DC8-2372EEAD2E44}" srcOrd="0" destOrd="0" presId="urn:microsoft.com/office/officeart/2008/layout/LinedList"/>
    <dgm:cxn modelId="{0594ABAC-0798-455B-852A-6E5BBE28102F}" srcId="{83EF4BCB-A038-4277-B656-6335549BD977}" destId="{F37DE709-8330-4090-BE13-F254C3E71E3A}" srcOrd="9" destOrd="0" parTransId="{E4089813-AAA6-4589-97F2-C33A33FC79FD}" sibTransId="{9F130F2B-DF2E-43AE-B034-4620CFD42EA9}"/>
    <dgm:cxn modelId="{03ACC9AE-CC06-496C-99C3-853D1FD1C9ED}" type="presOf" srcId="{0854828F-4287-48BD-8F7A-34A2F7490061}" destId="{A6A404BA-BF54-4884-9A0C-A4355279AA92}" srcOrd="0" destOrd="0" presId="urn:microsoft.com/office/officeart/2008/layout/LinedList"/>
    <dgm:cxn modelId="{E7B983BE-5B89-4979-8EAC-197E80365EC9}" type="presOf" srcId="{D1227591-14DC-4C80-9EB8-C5FB18554E51}" destId="{94B4A5E1-CF3E-4269-A296-5646060A8936}" srcOrd="0" destOrd="0" presId="urn:microsoft.com/office/officeart/2008/layout/LinedList"/>
    <dgm:cxn modelId="{84545BC7-471E-45F8-808B-43829E6BE73D}" type="presOf" srcId="{83EF4BCB-A038-4277-B656-6335549BD977}" destId="{C84893DD-DA0B-48A5-A8F8-730037C47263}" srcOrd="0" destOrd="0" presId="urn:microsoft.com/office/officeart/2008/layout/LinedList"/>
    <dgm:cxn modelId="{59AC23D8-F99F-4D1D-A407-2D4ECB0D1E64}" srcId="{83EF4BCB-A038-4277-B656-6335549BD977}" destId="{7DD3464E-4DA8-45D0-A483-230EC7556132}" srcOrd="3" destOrd="0" parTransId="{8A879132-FF37-4821-88EC-9DAF4BA61D8F}" sibTransId="{FE607EC3-0639-44EB-A59A-7EA59B09F347}"/>
    <dgm:cxn modelId="{BDF887E1-F410-41BC-B89B-EABBC6EEDBBE}" type="presOf" srcId="{355C8C7E-5D6E-4013-B05C-4C71C7F29F8B}" destId="{DB6F9852-DCE1-4F38-8DCB-9D5888CABDFD}" srcOrd="0" destOrd="0" presId="urn:microsoft.com/office/officeart/2008/layout/LinedList"/>
    <dgm:cxn modelId="{00322DE3-1F9A-41EA-9116-7D203F1EABEF}" srcId="{83EF4BCB-A038-4277-B656-6335549BD977}" destId="{BDA88135-1E94-49ED-89BB-F52EE29362C8}" srcOrd="0" destOrd="0" parTransId="{E27D155E-A64C-4071-A458-91F7A2A77F76}" sibTransId="{FB5B3739-02A3-4275-9C74-378EB4882510}"/>
    <dgm:cxn modelId="{DBDB13F2-714F-4722-B297-39E5A231088D}" type="presOf" srcId="{F37DE709-8330-4090-BE13-F254C3E71E3A}" destId="{C272FD2F-EFFB-4EC5-8A11-3F69F48617A0}" srcOrd="0" destOrd="0" presId="urn:microsoft.com/office/officeart/2008/layout/LinedList"/>
    <dgm:cxn modelId="{7E9E0AF7-56A6-43A8-8D45-ED13E99A4CFD}" srcId="{83EF4BCB-A038-4277-B656-6335549BD977}" destId="{355C8C7E-5D6E-4013-B05C-4C71C7F29F8B}" srcOrd="8" destOrd="0" parTransId="{7CC3A49B-7E03-49C5-A0FF-E7954D6B91C6}" sibTransId="{49B4358C-3081-4D77-88B3-22BBADB1DE8F}"/>
    <dgm:cxn modelId="{1635FCF7-389B-459E-94B5-05F4ABCA526A}" srcId="{83EF4BCB-A038-4277-B656-6335549BD977}" destId="{36C50226-1D57-46AD-98A2-3DD62850DE1B}" srcOrd="5" destOrd="0" parTransId="{6C96086D-5AB9-4E6B-8858-F7F176DE8C85}" sibTransId="{C3429B14-9D32-4FAE-A09A-E7A40D9ED0F8}"/>
    <dgm:cxn modelId="{3927C2BA-80D7-4307-AE4D-4F598C3A3D7C}" type="presParOf" srcId="{C84893DD-DA0B-48A5-A8F8-730037C47263}" destId="{BD15B7BD-3ECE-4DCB-BBE0-985308FED1D9}" srcOrd="0" destOrd="0" presId="urn:microsoft.com/office/officeart/2008/layout/LinedList"/>
    <dgm:cxn modelId="{7AD74BCD-4D94-49B5-91D9-4FDEC0A56255}" type="presParOf" srcId="{C84893DD-DA0B-48A5-A8F8-730037C47263}" destId="{645C89B8-A53A-4839-AE21-A64E0574328A}" srcOrd="1" destOrd="0" presId="urn:microsoft.com/office/officeart/2008/layout/LinedList"/>
    <dgm:cxn modelId="{1BE25014-1AAE-4DBA-9F39-D764E8BDD060}" type="presParOf" srcId="{645C89B8-A53A-4839-AE21-A64E0574328A}" destId="{891DEC39-C43A-46A6-B704-695F836319BA}" srcOrd="0" destOrd="0" presId="urn:microsoft.com/office/officeart/2008/layout/LinedList"/>
    <dgm:cxn modelId="{CAA0D33F-14E5-424E-9C0A-EF1487EC2B9D}" type="presParOf" srcId="{645C89B8-A53A-4839-AE21-A64E0574328A}" destId="{B30AEC1A-0AEC-4FAD-B3B3-F791D8B1CC4B}" srcOrd="1" destOrd="0" presId="urn:microsoft.com/office/officeart/2008/layout/LinedList"/>
    <dgm:cxn modelId="{80289C85-0545-4942-9381-296A2E6D5750}" type="presParOf" srcId="{C84893DD-DA0B-48A5-A8F8-730037C47263}" destId="{09E68847-20EA-42F8-9512-DC4861B6B3B2}" srcOrd="2" destOrd="0" presId="urn:microsoft.com/office/officeart/2008/layout/LinedList"/>
    <dgm:cxn modelId="{F4087809-9C6B-4D8E-BB35-F42A27D63794}" type="presParOf" srcId="{C84893DD-DA0B-48A5-A8F8-730037C47263}" destId="{1A16DCF2-40FB-46DF-95BB-DBAE05C869AA}" srcOrd="3" destOrd="0" presId="urn:microsoft.com/office/officeart/2008/layout/LinedList"/>
    <dgm:cxn modelId="{0B9321A5-7A83-451E-8BB6-77D3B8F4E53D}" type="presParOf" srcId="{1A16DCF2-40FB-46DF-95BB-DBAE05C869AA}" destId="{94DD0D47-1CD3-4970-9B49-498D97685E51}" srcOrd="0" destOrd="0" presId="urn:microsoft.com/office/officeart/2008/layout/LinedList"/>
    <dgm:cxn modelId="{548BC3C8-6F4F-465B-AE16-3A28936BA661}" type="presParOf" srcId="{1A16DCF2-40FB-46DF-95BB-DBAE05C869AA}" destId="{747585F0-1140-400D-9C3F-A0110DBD3DF1}" srcOrd="1" destOrd="0" presId="urn:microsoft.com/office/officeart/2008/layout/LinedList"/>
    <dgm:cxn modelId="{4666A2EA-E922-4F50-8775-FB890AB7C476}" type="presParOf" srcId="{C84893DD-DA0B-48A5-A8F8-730037C47263}" destId="{B2217A98-972C-4553-8F1F-D0A2ED488AB9}" srcOrd="4" destOrd="0" presId="urn:microsoft.com/office/officeart/2008/layout/LinedList"/>
    <dgm:cxn modelId="{96D84CA4-036D-41B4-8D8E-5CC7F52159C5}" type="presParOf" srcId="{C84893DD-DA0B-48A5-A8F8-730037C47263}" destId="{47A0398B-C274-4CBA-8F53-28794A38B70D}" srcOrd="5" destOrd="0" presId="urn:microsoft.com/office/officeart/2008/layout/LinedList"/>
    <dgm:cxn modelId="{D4F04BAA-82AA-4ED2-A8B1-90DA9516A974}" type="presParOf" srcId="{47A0398B-C274-4CBA-8F53-28794A38B70D}" destId="{2D008C7C-EFED-4AEA-8C29-8B2605969D2A}" srcOrd="0" destOrd="0" presId="urn:microsoft.com/office/officeart/2008/layout/LinedList"/>
    <dgm:cxn modelId="{3876CFB0-9F48-4D1E-80EF-7597B23583B4}" type="presParOf" srcId="{47A0398B-C274-4CBA-8F53-28794A38B70D}" destId="{319C9EAC-A0D9-446F-B456-0E35FE9DC6C0}" srcOrd="1" destOrd="0" presId="urn:microsoft.com/office/officeart/2008/layout/LinedList"/>
    <dgm:cxn modelId="{33C25066-174F-45DB-B49D-C336E02E365D}" type="presParOf" srcId="{C84893DD-DA0B-48A5-A8F8-730037C47263}" destId="{5FE800A2-01E5-4DBE-919E-625616FF728A}" srcOrd="6" destOrd="0" presId="urn:microsoft.com/office/officeart/2008/layout/LinedList"/>
    <dgm:cxn modelId="{060CF252-87D1-4222-B725-BCCA87762CAA}" type="presParOf" srcId="{C84893DD-DA0B-48A5-A8F8-730037C47263}" destId="{B301ADD4-2AC9-44F7-9038-F2AC1F3F04E0}" srcOrd="7" destOrd="0" presId="urn:microsoft.com/office/officeart/2008/layout/LinedList"/>
    <dgm:cxn modelId="{3C024378-9613-474B-9F33-CA6AC2B4F88B}" type="presParOf" srcId="{B301ADD4-2AC9-44F7-9038-F2AC1F3F04E0}" destId="{0B0F9CEB-9B9E-4EAB-8DAC-28250694626C}" srcOrd="0" destOrd="0" presId="urn:microsoft.com/office/officeart/2008/layout/LinedList"/>
    <dgm:cxn modelId="{46364DC2-C1D2-4071-93F5-B90331DF0FAF}" type="presParOf" srcId="{B301ADD4-2AC9-44F7-9038-F2AC1F3F04E0}" destId="{0B7B17C7-285E-4522-A932-738D81E7B709}" srcOrd="1" destOrd="0" presId="urn:microsoft.com/office/officeart/2008/layout/LinedList"/>
    <dgm:cxn modelId="{5447D692-6FFD-42DC-8317-B1A6D04BE29D}" type="presParOf" srcId="{C84893DD-DA0B-48A5-A8F8-730037C47263}" destId="{67B1169A-0E2F-4ADB-967C-1C67FAD0822A}" srcOrd="8" destOrd="0" presId="urn:microsoft.com/office/officeart/2008/layout/LinedList"/>
    <dgm:cxn modelId="{340C86FE-9446-4493-8988-9C09B13EC8CD}" type="presParOf" srcId="{C84893DD-DA0B-48A5-A8F8-730037C47263}" destId="{1FA157E2-537A-4A47-961C-86D32697A647}" srcOrd="9" destOrd="0" presId="urn:microsoft.com/office/officeart/2008/layout/LinedList"/>
    <dgm:cxn modelId="{544ACA64-2F2A-4503-9A8A-AE74D99721A3}" type="presParOf" srcId="{1FA157E2-537A-4A47-961C-86D32697A647}" destId="{F2C6548D-2245-4431-9DC8-2372EEAD2E44}" srcOrd="0" destOrd="0" presId="urn:microsoft.com/office/officeart/2008/layout/LinedList"/>
    <dgm:cxn modelId="{4E6B1D7A-88C9-48EC-A42B-4F1EF909139A}" type="presParOf" srcId="{1FA157E2-537A-4A47-961C-86D32697A647}" destId="{AB399EE0-2676-427B-B105-44E1D6A3B22C}" srcOrd="1" destOrd="0" presId="urn:microsoft.com/office/officeart/2008/layout/LinedList"/>
    <dgm:cxn modelId="{F59F4947-F5F3-45D1-87A3-FFFE5F94959B}" type="presParOf" srcId="{C84893DD-DA0B-48A5-A8F8-730037C47263}" destId="{7B766C71-9BB6-484E-AC1E-702406302627}" srcOrd="10" destOrd="0" presId="urn:microsoft.com/office/officeart/2008/layout/LinedList"/>
    <dgm:cxn modelId="{FE0DEC4A-A20B-44FA-9858-74289F5B4C8E}" type="presParOf" srcId="{C84893DD-DA0B-48A5-A8F8-730037C47263}" destId="{1D729292-AFD0-4DFE-AEAD-CD00E01517B9}" srcOrd="11" destOrd="0" presId="urn:microsoft.com/office/officeart/2008/layout/LinedList"/>
    <dgm:cxn modelId="{8AF0E2C6-F74D-4BB9-A7EC-65CECEBF4B2C}" type="presParOf" srcId="{1D729292-AFD0-4DFE-AEAD-CD00E01517B9}" destId="{D8DEF21C-825B-438D-A03F-ED97D471228B}" srcOrd="0" destOrd="0" presId="urn:microsoft.com/office/officeart/2008/layout/LinedList"/>
    <dgm:cxn modelId="{44A1674C-AEF0-4994-AEF8-636111E3A73B}" type="presParOf" srcId="{1D729292-AFD0-4DFE-AEAD-CD00E01517B9}" destId="{C6FB4A59-8D6D-4F2A-A82D-37498E2FABAD}" srcOrd="1" destOrd="0" presId="urn:microsoft.com/office/officeart/2008/layout/LinedList"/>
    <dgm:cxn modelId="{A73C5F5C-2BD3-4313-99E3-24E7D680B907}" type="presParOf" srcId="{C84893DD-DA0B-48A5-A8F8-730037C47263}" destId="{0229B31E-2A5E-4A0F-A970-B92A6E478AF4}" srcOrd="12" destOrd="0" presId="urn:microsoft.com/office/officeart/2008/layout/LinedList"/>
    <dgm:cxn modelId="{47E5C3B8-6443-4D1E-9099-608BE7F4C010}" type="presParOf" srcId="{C84893DD-DA0B-48A5-A8F8-730037C47263}" destId="{8E118DB4-F61B-4E09-82D1-4C56169B154F}" srcOrd="13" destOrd="0" presId="urn:microsoft.com/office/officeart/2008/layout/LinedList"/>
    <dgm:cxn modelId="{206FCCA5-0767-479E-A4D0-79E3A2FA942D}" type="presParOf" srcId="{8E118DB4-F61B-4E09-82D1-4C56169B154F}" destId="{9BA4E84A-409D-4C80-9318-A2E313A860B4}" srcOrd="0" destOrd="0" presId="urn:microsoft.com/office/officeart/2008/layout/LinedList"/>
    <dgm:cxn modelId="{8C2D8D21-4696-43E2-9BC9-3AD18C7F6F77}" type="presParOf" srcId="{8E118DB4-F61B-4E09-82D1-4C56169B154F}" destId="{75A580FD-2768-4121-9F7A-E7DA05AC6010}" srcOrd="1" destOrd="0" presId="urn:microsoft.com/office/officeart/2008/layout/LinedList"/>
    <dgm:cxn modelId="{EC19BF81-6239-4CC4-B761-7FC8F4EB97C4}" type="presParOf" srcId="{C84893DD-DA0B-48A5-A8F8-730037C47263}" destId="{567DCC77-E9F7-4E3A-917A-28D37691BFA9}" srcOrd="14" destOrd="0" presId="urn:microsoft.com/office/officeart/2008/layout/LinedList"/>
    <dgm:cxn modelId="{8771CB02-0FC0-4FB9-A7B6-A992166E7408}" type="presParOf" srcId="{C84893DD-DA0B-48A5-A8F8-730037C47263}" destId="{218E87FE-EBCD-42AA-81D8-05C3D7188B77}" srcOrd="15" destOrd="0" presId="urn:microsoft.com/office/officeart/2008/layout/LinedList"/>
    <dgm:cxn modelId="{4382E95D-0D9E-4589-8CAF-4D3FC6141083}" type="presParOf" srcId="{218E87FE-EBCD-42AA-81D8-05C3D7188B77}" destId="{A6A404BA-BF54-4884-9A0C-A4355279AA92}" srcOrd="0" destOrd="0" presId="urn:microsoft.com/office/officeart/2008/layout/LinedList"/>
    <dgm:cxn modelId="{A678A77C-2847-43EC-A9D8-6F0FFA4FB4EB}" type="presParOf" srcId="{218E87FE-EBCD-42AA-81D8-05C3D7188B77}" destId="{6CEA9D16-9D0D-4BBA-9811-C2C8177A770C}" srcOrd="1" destOrd="0" presId="urn:microsoft.com/office/officeart/2008/layout/LinedList"/>
    <dgm:cxn modelId="{7715180E-E17A-4973-9A63-B3D3DAA9A000}" type="presParOf" srcId="{C84893DD-DA0B-48A5-A8F8-730037C47263}" destId="{6BC4DA10-B106-49B3-B0F1-C2704603416E}" srcOrd="16" destOrd="0" presId="urn:microsoft.com/office/officeart/2008/layout/LinedList"/>
    <dgm:cxn modelId="{E0D10422-7A9E-47A0-A3BA-F5FDA973AE85}" type="presParOf" srcId="{C84893DD-DA0B-48A5-A8F8-730037C47263}" destId="{432FE1A0-2E6D-491C-B5CF-6806522BCF5D}" srcOrd="17" destOrd="0" presId="urn:microsoft.com/office/officeart/2008/layout/LinedList"/>
    <dgm:cxn modelId="{A4DB59A0-579D-4FDD-A55E-347144C1E4E8}" type="presParOf" srcId="{432FE1A0-2E6D-491C-B5CF-6806522BCF5D}" destId="{DB6F9852-DCE1-4F38-8DCB-9D5888CABDFD}" srcOrd="0" destOrd="0" presId="urn:microsoft.com/office/officeart/2008/layout/LinedList"/>
    <dgm:cxn modelId="{1C3B1389-ECD8-4EA0-8962-7B95C7FF97C3}" type="presParOf" srcId="{432FE1A0-2E6D-491C-B5CF-6806522BCF5D}" destId="{6D233E45-CD6C-43C5-8678-B3974047ED98}" srcOrd="1" destOrd="0" presId="urn:microsoft.com/office/officeart/2008/layout/LinedList"/>
    <dgm:cxn modelId="{18DB89C8-9742-4DEB-B98A-445D81ADFA23}" type="presParOf" srcId="{C84893DD-DA0B-48A5-A8F8-730037C47263}" destId="{A6F51996-CBE4-4AD9-B99C-284568BE2AD7}" srcOrd="18" destOrd="0" presId="urn:microsoft.com/office/officeart/2008/layout/LinedList"/>
    <dgm:cxn modelId="{B210067E-0166-43F3-B177-8E2E5931E522}" type="presParOf" srcId="{C84893DD-DA0B-48A5-A8F8-730037C47263}" destId="{EAEF644A-2C89-4E53-AA3F-53077DAA8937}" srcOrd="19" destOrd="0" presId="urn:microsoft.com/office/officeart/2008/layout/LinedList"/>
    <dgm:cxn modelId="{8A54DFA7-FD43-4DF4-AD8D-8F0BAC7B932E}" type="presParOf" srcId="{EAEF644A-2C89-4E53-AA3F-53077DAA8937}" destId="{C272FD2F-EFFB-4EC5-8A11-3F69F48617A0}" srcOrd="0" destOrd="0" presId="urn:microsoft.com/office/officeart/2008/layout/LinedList"/>
    <dgm:cxn modelId="{3A9C7258-2EC5-4ED9-B30A-AE3291A8CC26}" type="presParOf" srcId="{EAEF644A-2C89-4E53-AA3F-53077DAA8937}" destId="{DA75A19C-9CD4-4AD4-BA90-DD04BADEC606}" srcOrd="1" destOrd="0" presId="urn:microsoft.com/office/officeart/2008/layout/LinedList"/>
    <dgm:cxn modelId="{06369CE0-1436-40CD-A44B-1090BCD8492E}" type="presParOf" srcId="{C84893DD-DA0B-48A5-A8F8-730037C47263}" destId="{DADA1AD2-174E-4952-ABB3-0735E961FD07}" srcOrd="20" destOrd="0" presId="urn:microsoft.com/office/officeart/2008/layout/LinedList"/>
    <dgm:cxn modelId="{431609C5-07C9-461A-A64E-AD10B2EABDC3}" type="presParOf" srcId="{C84893DD-DA0B-48A5-A8F8-730037C47263}" destId="{12E99B0C-B2F7-4E49-80A9-ED37BB86E732}" srcOrd="21" destOrd="0" presId="urn:microsoft.com/office/officeart/2008/layout/LinedList"/>
    <dgm:cxn modelId="{DD308774-9D5D-483C-9D51-5713EAD28AF7}" type="presParOf" srcId="{12E99B0C-B2F7-4E49-80A9-ED37BB86E732}" destId="{94B4A5E1-CF3E-4269-A296-5646060A8936}" srcOrd="0" destOrd="0" presId="urn:microsoft.com/office/officeart/2008/layout/LinedList"/>
    <dgm:cxn modelId="{6C332867-CC6A-472D-85FE-9CDF2DBA7536}" type="presParOf" srcId="{12E99B0C-B2F7-4E49-80A9-ED37BB86E732}" destId="{78777C6C-538B-4F35-B3BC-BC5B733DB62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7FF1DF-B96F-40A5-82F5-72E5590F13BE}">
      <dsp:nvSpPr>
        <dsp:cNvPr id="0" name=""/>
        <dsp:cNvSpPr/>
      </dsp:nvSpPr>
      <dsp:spPr>
        <a:xfrm>
          <a:off x="0" y="1629"/>
          <a:ext cx="962538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0DE2D09-6409-49E0-98BA-F9ED5F78F3CB}">
      <dsp:nvSpPr>
        <dsp:cNvPr id="0" name=""/>
        <dsp:cNvSpPr/>
      </dsp:nvSpPr>
      <dsp:spPr>
        <a:xfrm>
          <a:off x="0" y="1629"/>
          <a:ext cx="9625383" cy="555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/>
            <a:t>Student: </a:t>
          </a:r>
          <a:r>
            <a:rPr lang="en-US" sz="2500" b="0" i="0" kern="1200"/>
            <a:t>Zeeshan Mahmood</a:t>
          </a:r>
          <a:endParaRPr lang="en-US" sz="2500" kern="1200"/>
        </a:p>
      </dsp:txBody>
      <dsp:txXfrm>
        <a:off x="0" y="1629"/>
        <a:ext cx="9625383" cy="555801"/>
      </dsp:txXfrm>
    </dsp:sp>
    <dsp:sp modelId="{CC57F8E8-171A-4484-9392-B7480A623A94}">
      <dsp:nvSpPr>
        <dsp:cNvPr id="0" name=""/>
        <dsp:cNvSpPr/>
      </dsp:nvSpPr>
      <dsp:spPr>
        <a:xfrm>
          <a:off x="0" y="557431"/>
          <a:ext cx="962538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AF30887-068C-48F6-B2F4-4FCD557885DD}">
      <dsp:nvSpPr>
        <dsp:cNvPr id="0" name=""/>
        <dsp:cNvSpPr/>
      </dsp:nvSpPr>
      <dsp:spPr>
        <a:xfrm>
          <a:off x="0" y="557431"/>
          <a:ext cx="9625383" cy="555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/>
            <a:t>Student Number: </a:t>
          </a:r>
          <a:r>
            <a:rPr lang="en-US" sz="2500" b="0" i="0" kern="1200"/>
            <a:t>B01043396</a:t>
          </a:r>
          <a:endParaRPr lang="en-US" sz="2500" kern="1200"/>
        </a:p>
      </dsp:txBody>
      <dsp:txXfrm>
        <a:off x="0" y="557431"/>
        <a:ext cx="9625383" cy="555801"/>
      </dsp:txXfrm>
    </dsp:sp>
    <dsp:sp modelId="{2CD8E2E8-1F14-40D9-9D8E-5B6A8795ED1C}">
      <dsp:nvSpPr>
        <dsp:cNvPr id="0" name=""/>
        <dsp:cNvSpPr/>
      </dsp:nvSpPr>
      <dsp:spPr>
        <a:xfrm>
          <a:off x="0" y="1113232"/>
          <a:ext cx="962538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2E5594-2928-4D87-B85F-B1EB4C51B218}">
      <dsp:nvSpPr>
        <dsp:cNvPr id="0" name=""/>
        <dsp:cNvSpPr/>
      </dsp:nvSpPr>
      <dsp:spPr>
        <a:xfrm>
          <a:off x="0" y="1113232"/>
          <a:ext cx="9625383" cy="555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/>
            <a:t>Supervisor: </a:t>
          </a:r>
          <a:r>
            <a:rPr lang="en-US" sz="2500" b="0" i="0" kern="1200"/>
            <a:t>Oluwaremilekun Yusuf</a:t>
          </a:r>
          <a:endParaRPr lang="en-US" sz="2500" kern="1200"/>
        </a:p>
      </dsp:txBody>
      <dsp:txXfrm>
        <a:off x="0" y="1113232"/>
        <a:ext cx="9625383" cy="555801"/>
      </dsp:txXfrm>
    </dsp:sp>
    <dsp:sp modelId="{E6F8FEC1-275C-44E8-8772-60FBEA775D55}">
      <dsp:nvSpPr>
        <dsp:cNvPr id="0" name=""/>
        <dsp:cNvSpPr/>
      </dsp:nvSpPr>
      <dsp:spPr>
        <a:xfrm>
          <a:off x="0" y="1669033"/>
          <a:ext cx="962538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97F86CE-C919-4B7A-9A6B-0D946573454A}">
      <dsp:nvSpPr>
        <dsp:cNvPr id="0" name=""/>
        <dsp:cNvSpPr/>
      </dsp:nvSpPr>
      <dsp:spPr>
        <a:xfrm>
          <a:off x="0" y="1669033"/>
          <a:ext cx="9625383" cy="555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/>
            <a:t>Module: </a:t>
          </a:r>
          <a:r>
            <a:rPr lang="en-US" sz="2500" b="0" i="0" kern="1200"/>
            <a:t>COM748 MSc Research Project</a:t>
          </a:r>
          <a:endParaRPr lang="en-US" sz="2500" kern="1200"/>
        </a:p>
      </dsp:txBody>
      <dsp:txXfrm>
        <a:off x="0" y="1669033"/>
        <a:ext cx="9625383" cy="555801"/>
      </dsp:txXfrm>
    </dsp:sp>
    <dsp:sp modelId="{43F85CC9-6A0E-482A-8C76-9BF3ED9DEAAB}">
      <dsp:nvSpPr>
        <dsp:cNvPr id="0" name=""/>
        <dsp:cNvSpPr/>
      </dsp:nvSpPr>
      <dsp:spPr>
        <a:xfrm>
          <a:off x="0" y="2224834"/>
          <a:ext cx="9625383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BED86D8-0B02-4340-9942-A7FE8FC89599}">
      <dsp:nvSpPr>
        <dsp:cNvPr id="0" name=""/>
        <dsp:cNvSpPr/>
      </dsp:nvSpPr>
      <dsp:spPr>
        <a:xfrm>
          <a:off x="0" y="2224834"/>
          <a:ext cx="9625383" cy="555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/>
            <a:t>Ulster University: </a:t>
          </a:r>
          <a:r>
            <a:rPr lang="en-US" sz="2500" b="0" i="0" kern="1200"/>
            <a:t>QAHE London Campus</a:t>
          </a:r>
          <a:endParaRPr lang="en-US" sz="2500" kern="1200"/>
        </a:p>
      </dsp:txBody>
      <dsp:txXfrm>
        <a:off x="0" y="2224834"/>
        <a:ext cx="9625383" cy="555801"/>
      </dsp:txXfrm>
    </dsp:sp>
    <dsp:sp modelId="{FAAFC69C-E839-4B4F-AF0A-5B3B2684636D}">
      <dsp:nvSpPr>
        <dsp:cNvPr id="0" name=""/>
        <dsp:cNvSpPr/>
      </dsp:nvSpPr>
      <dsp:spPr>
        <a:xfrm>
          <a:off x="0" y="2780635"/>
          <a:ext cx="962538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4964F92-1D46-4BF5-94D0-8BB9815CF447}">
      <dsp:nvSpPr>
        <dsp:cNvPr id="0" name=""/>
        <dsp:cNvSpPr/>
      </dsp:nvSpPr>
      <dsp:spPr>
        <a:xfrm>
          <a:off x="0" y="2780635"/>
          <a:ext cx="9625383" cy="555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/>
            <a:t>Date: </a:t>
          </a:r>
          <a:r>
            <a:rPr lang="en-US" sz="2500" b="0" i="0" kern="1200"/>
            <a:t>September 2026</a:t>
          </a:r>
          <a:endParaRPr lang="en-US" sz="2500" kern="1200"/>
        </a:p>
      </dsp:txBody>
      <dsp:txXfrm>
        <a:off x="0" y="2780635"/>
        <a:ext cx="9625383" cy="5558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EB0E9C-2360-4E64-9B23-7230C68522D7}">
      <dsp:nvSpPr>
        <dsp:cNvPr id="0" name=""/>
        <dsp:cNvSpPr/>
      </dsp:nvSpPr>
      <dsp:spPr>
        <a:xfrm>
          <a:off x="0" y="482"/>
          <a:ext cx="66770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ADB228-43FE-49ED-82B2-E832E0E9AFB3}">
      <dsp:nvSpPr>
        <dsp:cNvPr id="0" name=""/>
        <dsp:cNvSpPr/>
      </dsp:nvSpPr>
      <dsp:spPr>
        <a:xfrm>
          <a:off x="0" y="482"/>
          <a:ext cx="6677081" cy="395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Problem Statement &amp; Motivation</a:t>
          </a:r>
          <a:endParaRPr lang="en-US" sz="2000" kern="1200"/>
        </a:p>
      </dsp:txBody>
      <dsp:txXfrm>
        <a:off x="0" y="482"/>
        <a:ext cx="6677081" cy="395480"/>
      </dsp:txXfrm>
    </dsp:sp>
    <dsp:sp modelId="{BE4FDE47-2508-4EB2-923A-D99E7EDB4872}">
      <dsp:nvSpPr>
        <dsp:cNvPr id="0" name=""/>
        <dsp:cNvSpPr/>
      </dsp:nvSpPr>
      <dsp:spPr>
        <a:xfrm>
          <a:off x="0" y="395963"/>
          <a:ext cx="66770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CBA5ED-EF5F-4C19-B9BC-D0B344AAB7C1}">
      <dsp:nvSpPr>
        <dsp:cNvPr id="0" name=""/>
        <dsp:cNvSpPr/>
      </dsp:nvSpPr>
      <dsp:spPr>
        <a:xfrm>
          <a:off x="0" y="395963"/>
          <a:ext cx="6677081" cy="395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Review of Existing Work</a:t>
          </a:r>
          <a:endParaRPr lang="en-US" sz="2000" kern="1200" dirty="0"/>
        </a:p>
      </dsp:txBody>
      <dsp:txXfrm>
        <a:off x="0" y="395963"/>
        <a:ext cx="6677081" cy="395480"/>
      </dsp:txXfrm>
    </dsp:sp>
    <dsp:sp modelId="{B5A410DD-15DA-426B-9488-998EBE579F74}">
      <dsp:nvSpPr>
        <dsp:cNvPr id="0" name=""/>
        <dsp:cNvSpPr/>
      </dsp:nvSpPr>
      <dsp:spPr>
        <a:xfrm>
          <a:off x="0" y="791444"/>
          <a:ext cx="66770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B9156D-5A89-4C03-9929-0711C3A62333}">
      <dsp:nvSpPr>
        <dsp:cNvPr id="0" name=""/>
        <dsp:cNvSpPr/>
      </dsp:nvSpPr>
      <dsp:spPr>
        <a:xfrm>
          <a:off x="0" y="791444"/>
          <a:ext cx="6677081" cy="395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Research Aim &amp; Objectives</a:t>
          </a:r>
          <a:endParaRPr lang="en-US" sz="2000" kern="1200"/>
        </a:p>
      </dsp:txBody>
      <dsp:txXfrm>
        <a:off x="0" y="791444"/>
        <a:ext cx="6677081" cy="395480"/>
      </dsp:txXfrm>
    </dsp:sp>
    <dsp:sp modelId="{803BAED2-46E0-4684-B36F-CCFC3A964F9E}">
      <dsp:nvSpPr>
        <dsp:cNvPr id="0" name=""/>
        <dsp:cNvSpPr/>
      </dsp:nvSpPr>
      <dsp:spPr>
        <a:xfrm>
          <a:off x="0" y="1186925"/>
          <a:ext cx="66770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F72295-834F-4F81-B286-F596E282B5A2}">
      <dsp:nvSpPr>
        <dsp:cNvPr id="0" name=""/>
        <dsp:cNvSpPr/>
      </dsp:nvSpPr>
      <dsp:spPr>
        <a:xfrm>
          <a:off x="0" y="1186925"/>
          <a:ext cx="6677081" cy="395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Methodology</a:t>
          </a:r>
          <a:endParaRPr lang="en-US" sz="2000" kern="1200"/>
        </a:p>
      </dsp:txBody>
      <dsp:txXfrm>
        <a:off x="0" y="1186925"/>
        <a:ext cx="6677081" cy="395480"/>
      </dsp:txXfrm>
    </dsp:sp>
    <dsp:sp modelId="{2D51FD71-387E-4C20-AEAB-4F8CE59E262C}">
      <dsp:nvSpPr>
        <dsp:cNvPr id="0" name=""/>
        <dsp:cNvSpPr/>
      </dsp:nvSpPr>
      <dsp:spPr>
        <a:xfrm>
          <a:off x="0" y="1582406"/>
          <a:ext cx="66770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4BAE45-6344-45A8-B549-8C93A064E39E}">
      <dsp:nvSpPr>
        <dsp:cNvPr id="0" name=""/>
        <dsp:cNvSpPr/>
      </dsp:nvSpPr>
      <dsp:spPr>
        <a:xfrm>
          <a:off x="0" y="1582406"/>
          <a:ext cx="6677081" cy="395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System Architecture</a:t>
          </a:r>
          <a:endParaRPr lang="en-US" sz="2000" kern="1200"/>
        </a:p>
      </dsp:txBody>
      <dsp:txXfrm>
        <a:off x="0" y="1582406"/>
        <a:ext cx="6677081" cy="395480"/>
      </dsp:txXfrm>
    </dsp:sp>
    <dsp:sp modelId="{BFA58A69-29E3-4024-B535-980F5414942F}">
      <dsp:nvSpPr>
        <dsp:cNvPr id="0" name=""/>
        <dsp:cNvSpPr/>
      </dsp:nvSpPr>
      <dsp:spPr>
        <a:xfrm>
          <a:off x="0" y="1977887"/>
          <a:ext cx="66770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BDE459-9178-45D9-A282-C16BA31831B1}">
      <dsp:nvSpPr>
        <dsp:cNvPr id="0" name=""/>
        <dsp:cNvSpPr/>
      </dsp:nvSpPr>
      <dsp:spPr>
        <a:xfrm>
          <a:off x="0" y="1977887"/>
          <a:ext cx="6677081" cy="395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Key Features &amp; Implementation</a:t>
          </a:r>
          <a:endParaRPr lang="en-US" sz="2000" kern="1200"/>
        </a:p>
      </dsp:txBody>
      <dsp:txXfrm>
        <a:off x="0" y="1977887"/>
        <a:ext cx="6677081" cy="395480"/>
      </dsp:txXfrm>
    </dsp:sp>
    <dsp:sp modelId="{EF817CF7-B9AC-44A8-BA86-684AA7DF71F6}">
      <dsp:nvSpPr>
        <dsp:cNvPr id="0" name=""/>
        <dsp:cNvSpPr/>
      </dsp:nvSpPr>
      <dsp:spPr>
        <a:xfrm>
          <a:off x="0" y="2373367"/>
          <a:ext cx="66770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B3E123-24F6-4225-BF0A-3D71DE8C43E1}">
      <dsp:nvSpPr>
        <dsp:cNvPr id="0" name=""/>
        <dsp:cNvSpPr/>
      </dsp:nvSpPr>
      <dsp:spPr>
        <a:xfrm>
          <a:off x="0" y="2373367"/>
          <a:ext cx="6677081" cy="395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Testing &amp; Validation</a:t>
          </a:r>
          <a:endParaRPr lang="en-US" sz="2000" kern="1200"/>
        </a:p>
      </dsp:txBody>
      <dsp:txXfrm>
        <a:off x="0" y="2373367"/>
        <a:ext cx="6677081" cy="395480"/>
      </dsp:txXfrm>
    </dsp:sp>
    <dsp:sp modelId="{2B7313BE-CCB3-4DEB-93E3-63392C0C4D3E}">
      <dsp:nvSpPr>
        <dsp:cNvPr id="0" name=""/>
        <dsp:cNvSpPr/>
      </dsp:nvSpPr>
      <dsp:spPr>
        <a:xfrm>
          <a:off x="0" y="2768848"/>
          <a:ext cx="66770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B0B70B-4E16-4224-A40A-B0F833B63796}">
      <dsp:nvSpPr>
        <dsp:cNvPr id="0" name=""/>
        <dsp:cNvSpPr/>
      </dsp:nvSpPr>
      <dsp:spPr>
        <a:xfrm>
          <a:off x="0" y="2768848"/>
          <a:ext cx="6677081" cy="395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Results &amp; Evaluation</a:t>
          </a:r>
          <a:endParaRPr lang="en-US" sz="2000" kern="1200"/>
        </a:p>
      </dsp:txBody>
      <dsp:txXfrm>
        <a:off x="0" y="2768848"/>
        <a:ext cx="6677081" cy="395480"/>
      </dsp:txXfrm>
    </dsp:sp>
    <dsp:sp modelId="{0F303844-EDAB-41E6-9DF8-22075BA25D4B}">
      <dsp:nvSpPr>
        <dsp:cNvPr id="0" name=""/>
        <dsp:cNvSpPr/>
      </dsp:nvSpPr>
      <dsp:spPr>
        <a:xfrm>
          <a:off x="0" y="3164329"/>
          <a:ext cx="66770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445B06-A3EE-42B9-B3D0-3E46BAAD76E8}">
      <dsp:nvSpPr>
        <dsp:cNvPr id="0" name=""/>
        <dsp:cNvSpPr/>
      </dsp:nvSpPr>
      <dsp:spPr>
        <a:xfrm>
          <a:off x="0" y="3164329"/>
          <a:ext cx="6677081" cy="395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Critical Appraisal</a:t>
          </a:r>
          <a:endParaRPr lang="en-US" sz="2000" kern="1200"/>
        </a:p>
      </dsp:txBody>
      <dsp:txXfrm>
        <a:off x="0" y="3164329"/>
        <a:ext cx="6677081" cy="395480"/>
      </dsp:txXfrm>
    </dsp:sp>
    <dsp:sp modelId="{A0D4D3DA-CA0A-406A-9668-705CF074320F}">
      <dsp:nvSpPr>
        <dsp:cNvPr id="0" name=""/>
        <dsp:cNvSpPr/>
      </dsp:nvSpPr>
      <dsp:spPr>
        <a:xfrm>
          <a:off x="0" y="3559810"/>
          <a:ext cx="66770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690237-96C2-4F6B-A7A6-78422A46D26D}">
      <dsp:nvSpPr>
        <dsp:cNvPr id="0" name=""/>
        <dsp:cNvSpPr/>
      </dsp:nvSpPr>
      <dsp:spPr>
        <a:xfrm>
          <a:off x="0" y="3559810"/>
          <a:ext cx="6677081" cy="395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Conclusions &amp; Future Work</a:t>
          </a:r>
          <a:endParaRPr lang="en-US" sz="2000" kern="1200"/>
        </a:p>
      </dsp:txBody>
      <dsp:txXfrm>
        <a:off x="0" y="3559810"/>
        <a:ext cx="6677081" cy="3954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A8992E-D381-4230-99DB-FBAC3036964B}">
      <dsp:nvSpPr>
        <dsp:cNvPr id="0" name=""/>
        <dsp:cNvSpPr/>
      </dsp:nvSpPr>
      <dsp:spPr>
        <a:xfrm>
          <a:off x="0" y="5599"/>
          <a:ext cx="10088455" cy="67074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0296C1-861D-4A35-8281-B5EB6F3BCB4F}">
      <dsp:nvSpPr>
        <dsp:cNvPr id="0" name=""/>
        <dsp:cNvSpPr/>
      </dsp:nvSpPr>
      <dsp:spPr>
        <a:xfrm>
          <a:off x="202900" y="156517"/>
          <a:ext cx="369271" cy="3689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ACF70F-2645-4700-81B3-6C8FEE832F95}">
      <dsp:nvSpPr>
        <dsp:cNvPr id="0" name=""/>
        <dsp:cNvSpPr/>
      </dsp:nvSpPr>
      <dsp:spPr>
        <a:xfrm>
          <a:off x="775073" y="5599"/>
          <a:ext cx="9278366" cy="7336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642" tIns="77642" rIns="77642" bIns="7764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UK landlords spend £500-£1,500 per tenancy on estate agent fees </a:t>
          </a:r>
          <a:endParaRPr lang="en-US" sz="2000" kern="1200" dirty="0"/>
        </a:p>
      </dsp:txBody>
      <dsp:txXfrm>
        <a:off x="775073" y="5599"/>
        <a:ext cx="9278366" cy="733629"/>
      </dsp:txXfrm>
    </dsp:sp>
    <dsp:sp modelId="{7C139DC7-141E-4CFE-9E41-5648ECA92625}">
      <dsp:nvSpPr>
        <dsp:cNvPr id="0" name=""/>
        <dsp:cNvSpPr/>
      </dsp:nvSpPr>
      <dsp:spPr>
        <a:xfrm>
          <a:off x="0" y="922635"/>
          <a:ext cx="10088455" cy="67074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67157E-A9C7-4FC9-BB39-410CFF9E6AC9}">
      <dsp:nvSpPr>
        <dsp:cNvPr id="0" name=""/>
        <dsp:cNvSpPr/>
      </dsp:nvSpPr>
      <dsp:spPr>
        <a:xfrm>
          <a:off x="202900" y="1073553"/>
          <a:ext cx="369271" cy="3689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3628F0-1675-4841-A5CC-8B578BD771F8}">
      <dsp:nvSpPr>
        <dsp:cNvPr id="0" name=""/>
        <dsp:cNvSpPr/>
      </dsp:nvSpPr>
      <dsp:spPr>
        <a:xfrm>
          <a:off x="775073" y="922635"/>
          <a:ext cx="9278366" cy="7336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642" tIns="77642" rIns="77642" bIns="7764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Most listings require agent intermediaries via Rightmove or Zoopla </a:t>
          </a:r>
          <a:endParaRPr lang="en-US" sz="2000" kern="1200"/>
        </a:p>
      </dsp:txBody>
      <dsp:txXfrm>
        <a:off x="775073" y="922635"/>
        <a:ext cx="9278366" cy="733629"/>
      </dsp:txXfrm>
    </dsp:sp>
    <dsp:sp modelId="{F1981A25-A192-4545-8B60-47B0F7F2B070}">
      <dsp:nvSpPr>
        <dsp:cNvPr id="0" name=""/>
        <dsp:cNvSpPr/>
      </dsp:nvSpPr>
      <dsp:spPr>
        <a:xfrm>
          <a:off x="0" y="1839672"/>
          <a:ext cx="10088455" cy="67074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FA14F0-8AB3-463C-B91A-B99149DD1448}">
      <dsp:nvSpPr>
        <dsp:cNvPr id="0" name=""/>
        <dsp:cNvSpPr/>
      </dsp:nvSpPr>
      <dsp:spPr>
        <a:xfrm>
          <a:off x="202900" y="1990590"/>
          <a:ext cx="369271" cy="3689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D9E5A8-B3A7-40E4-9D86-67118C0B28DE}">
      <dsp:nvSpPr>
        <dsp:cNvPr id="0" name=""/>
        <dsp:cNvSpPr/>
      </dsp:nvSpPr>
      <dsp:spPr>
        <a:xfrm>
          <a:off x="775073" y="1839672"/>
          <a:ext cx="9278366" cy="7336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642" tIns="77642" rIns="77642" bIns="7764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Small landlords make up the majority of UK rental supply yet bear the highest transactional costs </a:t>
          </a:r>
          <a:endParaRPr lang="en-US" sz="2000" kern="1200" dirty="0"/>
        </a:p>
      </dsp:txBody>
      <dsp:txXfrm>
        <a:off x="775073" y="1839672"/>
        <a:ext cx="9278366" cy="733629"/>
      </dsp:txXfrm>
    </dsp:sp>
    <dsp:sp modelId="{5E113009-9AEF-4647-BD0C-DB02DEADC5E3}">
      <dsp:nvSpPr>
        <dsp:cNvPr id="0" name=""/>
        <dsp:cNvSpPr/>
      </dsp:nvSpPr>
      <dsp:spPr>
        <a:xfrm>
          <a:off x="0" y="2756708"/>
          <a:ext cx="10088455" cy="67074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2D62D7-0302-4E0D-B4E8-0582625D8FE3}">
      <dsp:nvSpPr>
        <dsp:cNvPr id="0" name=""/>
        <dsp:cNvSpPr/>
      </dsp:nvSpPr>
      <dsp:spPr>
        <a:xfrm>
          <a:off x="202900" y="2907627"/>
          <a:ext cx="369271" cy="3689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CF1469-8ADF-4739-A824-E17481A1A403}">
      <dsp:nvSpPr>
        <dsp:cNvPr id="0" name=""/>
        <dsp:cNvSpPr/>
      </dsp:nvSpPr>
      <dsp:spPr>
        <a:xfrm>
          <a:off x="775073" y="2756708"/>
          <a:ext cx="9278366" cy="7336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642" tIns="77642" rIns="77642" bIns="7764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Existing direct-landlord platforms lack functionality, trust features, and usability </a:t>
          </a:r>
          <a:endParaRPr lang="en-US" sz="2000" kern="1200"/>
        </a:p>
      </dsp:txBody>
      <dsp:txXfrm>
        <a:off x="775073" y="2756708"/>
        <a:ext cx="9278366" cy="733629"/>
      </dsp:txXfrm>
    </dsp:sp>
    <dsp:sp modelId="{5556337F-1B0B-4597-A84F-D10484AFAE1D}">
      <dsp:nvSpPr>
        <dsp:cNvPr id="0" name=""/>
        <dsp:cNvSpPr/>
      </dsp:nvSpPr>
      <dsp:spPr>
        <a:xfrm>
          <a:off x="0" y="3673745"/>
          <a:ext cx="10088455" cy="67074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0810D8-0D24-4F64-B4CA-7CE3353823D4}">
      <dsp:nvSpPr>
        <dsp:cNvPr id="0" name=""/>
        <dsp:cNvSpPr/>
      </dsp:nvSpPr>
      <dsp:spPr>
        <a:xfrm>
          <a:off x="202900" y="3824663"/>
          <a:ext cx="369271" cy="3689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E2CD70-3872-4AA9-B6BE-AFDC33FDDB42}">
      <dsp:nvSpPr>
        <dsp:cNvPr id="0" name=""/>
        <dsp:cNvSpPr/>
      </dsp:nvSpPr>
      <dsp:spPr>
        <a:xfrm>
          <a:off x="775073" y="3673745"/>
          <a:ext cx="9278366" cy="7336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642" tIns="77642" rIns="77642" bIns="7764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No single platform covers the full rental lifecycle end-to-end </a:t>
          </a:r>
          <a:endParaRPr lang="en-US" sz="2000" kern="1200"/>
        </a:p>
      </dsp:txBody>
      <dsp:txXfrm>
        <a:off x="775073" y="3673745"/>
        <a:ext cx="9278366" cy="73362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F65A94-3C31-4045-8FF4-DB806D26C602}">
      <dsp:nvSpPr>
        <dsp:cNvPr id="0" name=""/>
        <dsp:cNvSpPr/>
      </dsp:nvSpPr>
      <dsp:spPr>
        <a:xfrm>
          <a:off x="0" y="4098"/>
          <a:ext cx="6391275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B54723-1116-4B95-8D91-0A2EF9BA3119}">
      <dsp:nvSpPr>
        <dsp:cNvPr id="0" name=""/>
        <dsp:cNvSpPr/>
      </dsp:nvSpPr>
      <dsp:spPr>
        <a:xfrm>
          <a:off x="264107" y="200542"/>
          <a:ext cx="480194" cy="4801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0856DB-BE7A-48A1-A685-5DDDA7A15E6A}">
      <dsp:nvSpPr>
        <dsp:cNvPr id="0" name=""/>
        <dsp:cNvSpPr/>
      </dsp:nvSpPr>
      <dsp:spPr>
        <a:xfrm>
          <a:off x="1008409" y="4098"/>
          <a:ext cx="5382865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High intermediary costs reduce landlord profitability and increase tenant rents </a:t>
          </a:r>
          <a:endParaRPr lang="en-US" sz="1800" kern="1200"/>
        </a:p>
      </dsp:txBody>
      <dsp:txXfrm>
        <a:off x="1008409" y="4098"/>
        <a:ext cx="5382865" cy="873081"/>
      </dsp:txXfrm>
    </dsp:sp>
    <dsp:sp modelId="{66146FEC-CB83-409B-97A6-DDC2CA37F2C7}">
      <dsp:nvSpPr>
        <dsp:cNvPr id="0" name=""/>
        <dsp:cNvSpPr/>
      </dsp:nvSpPr>
      <dsp:spPr>
        <a:xfrm>
          <a:off x="0" y="1095450"/>
          <a:ext cx="6391275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70F87F-390E-4BD9-836B-214D2903B2BB}">
      <dsp:nvSpPr>
        <dsp:cNvPr id="0" name=""/>
        <dsp:cNvSpPr/>
      </dsp:nvSpPr>
      <dsp:spPr>
        <a:xfrm>
          <a:off x="264107" y="1291894"/>
          <a:ext cx="480194" cy="4801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AF4477-130F-41CF-B491-C23497EFA49A}">
      <dsp:nvSpPr>
        <dsp:cNvPr id="0" name=""/>
        <dsp:cNvSpPr/>
      </dsp:nvSpPr>
      <dsp:spPr>
        <a:xfrm>
          <a:off x="1008409" y="1095450"/>
          <a:ext cx="5382865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Tenants face fragmented experiences across multiple platforms </a:t>
          </a:r>
          <a:endParaRPr lang="en-US" sz="1800" kern="1200"/>
        </a:p>
      </dsp:txBody>
      <dsp:txXfrm>
        <a:off x="1008409" y="1095450"/>
        <a:ext cx="5382865" cy="873081"/>
      </dsp:txXfrm>
    </dsp:sp>
    <dsp:sp modelId="{9B279F03-2548-409D-8159-EDCCDEF4EC69}">
      <dsp:nvSpPr>
        <dsp:cNvPr id="0" name=""/>
        <dsp:cNvSpPr/>
      </dsp:nvSpPr>
      <dsp:spPr>
        <a:xfrm>
          <a:off x="0" y="2186802"/>
          <a:ext cx="6391275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601825-93D6-493D-8BB9-C47118C5CC6B}">
      <dsp:nvSpPr>
        <dsp:cNvPr id="0" name=""/>
        <dsp:cNvSpPr/>
      </dsp:nvSpPr>
      <dsp:spPr>
        <a:xfrm>
          <a:off x="264107" y="2383246"/>
          <a:ext cx="480194" cy="4801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D03BA2-6576-4236-AE21-F260F0CA49D8}">
      <dsp:nvSpPr>
        <dsp:cNvPr id="0" name=""/>
        <dsp:cNvSpPr/>
      </dsp:nvSpPr>
      <dsp:spPr>
        <a:xfrm>
          <a:off x="1008409" y="2186802"/>
          <a:ext cx="5382865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Verification, communication, scheduling, and payment are handled separately </a:t>
          </a:r>
          <a:endParaRPr lang="en-US" sz="1800" kern="1200"/>
        </a:p>
      </dsp:txBody>
      <dsp:txXfrm>
        <a:off x="1008409" y="2186802"/>
        <a:ext cx="5382865" cy="873081"/>
      </dsp:txXfrm>
    </dsp:sp>
    <dsp:sp modelId="{CBF307CB-02CF-41FA-96A0-CDCE20B2117F}">
      <dsp:nvSpPr>
        <dsp:cNvPr id="0" name=""/>
        <dsp:cNvSpPr/>
      </dsp:nvSpPr>
      <dsp:spPr>
        <a:xfrm>
          <a:off x="0" y="3278154"/>
          <a:ext cx="6391275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6DD453-CB88-4DCE-AED8-BE6DF04B46B7}">
      <dsp:nvSpPr>
        <dsp:cNvPr id="0" name=""/>
        <dsp:cNvSpPr/>
      </dsp:nvSpPr>
      <dsp:spPr>
        <a:xfrm>
          <a:off x="264107" y="3474597"/>
          <a:ext cx="480194" cy="4801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367A1C-51BC-4421-9539-973F737FF348}">
      <dsp:nvSpPr>
        <dsp:cNvPr id="0" name=""/>
        <dsp:cNvSpPr/>
      </dsp:nvSpPr>
      <dsp:spPr>
        <a:xfrm>
          <a:off x="1008409" y="3278154"/>
          <a:ext cx="5382865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There is a clear market demand for an integrated, cost-reducing direct rental solution</a:t>
          </a:r>
          <a:endParaRPr lang="en-US" sz="1800" kern="1200"/>
        </a:p>
      </dsp:txBody>
      <dsp:txXfrm>
        <a:off x="1008409" y="3278154"/>
        <a:ext cx="5382865" cy="873081"/>
      </dsp:txXfrm>
    </dsp:sp>
    <dsp:sp modelId="{D40BCCD7-B2B2-4BF8-884C-911D5473F7B2}">
      <dsp:nvSpPr>
        <dsp:cNvPr id="0" name=""/>
        <dsp:cNvSpPr/>
      </dsp:nvSpPr>
      <dsp:spPr>
        <a:xfrm>
          <a:off x="0" y="4369506"/>
          <a:ext cx="6391275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C66111-4EA6-41A9-BDC4-50C58CECEC22}">
      <dsp:nvSpPr>
        <dsp:cNvPr id="0" name=""/>
        <dsp:cNvSpPr/>
      </dsp:nvSpPr>
      <dsp:spPr>
        <a:xfrm>
          <a:off x="264107" y="4565949"/>
          <a:ext cx="480194" cy="4801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DA2D9F-AFB5-4153-A2BC-DF606D538F36}">
      <dsp:nvSpPr>
        <dsp:cNvPr id="0" name=""/>
        <dsp:cNvSpPr/>
      </dsp:nvSpPr>
      <dsp:spPr>
        <a:xfrm>
          <a:off x="1008409" y="4369506"/>
          <a:ext cx="5382865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DirectLet aims to eliminate the agent while preserving trust and efficiency </a:t>
          </a:r>
          <a:endParaRPr lang="en-US" sz="1800" kern="1200"/>
        </a:p>
      </dsp:txBody>
      <dsp:txXfrm>
        <a:off x="1008409" y="4369506"/>
        <a:ext cx="5382865" cy="8730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693A74-6AB4-493A-84A5-1C3DCB629F23}">
      <dsp:nvSpPr>
        <dsp:cNvPr id="0" name=""/>
        <dsp:cNvSpPr/>
      </dsp:nvSpPr>
      <dsp:spPr>
        <a:xfrm>
          <a:off x="0" y="2411"/>
          <a:ext cx="9625383" cy="5136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82DBE6-FCE5-4E70-A987-AD363CD2F896}">
      <dsp:nvSpPr>
        <dsp:cNvPr id="0" name=""/>
        <dsp:cNvSpPr/>
      </dsp:nvSpPr>
      <dsp:spPr>
        <a:xfrm>
          <a:off x="155365" y="117972"/>
          <a:ext cx="282483" cy="2824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149FD1-1949-4E20-BF0D-08F4C76DE554}">
      <dsp:nvSpPr>
        <dsp:cNvPr id="0" name=""/>
        <dsp:cNvSpPr/>
      </dsp:nvSpPr>
      <dsp:spPr>
        <a:xfrm>
          <a:off x="593215" y="2411"/>
          <a:ext cx="9032167" cy="5136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357" tIns="54357" rIns="54357" bIns="5435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/>
            <a:t>Digital platforms are removing agents from rental markets [1] </a:t>
          </a:r>
          <a:endParaRPr lang="en-US" sz="1900" kern="1200" dirty="0"/>
        </a:p>
      </dsp:txBody>
      <dsp:txXfrm>
        <a:off x="593215" y="2411"/>
        <a:ext cx="9032167" cy="513606"/>
      </dsp:txXfrm>
    </dsp:sp>
    <dsp:sp modelId="{22B2BB7B-E88C-415D-9D7C-94967EB4AC9C}">
      <dsp:nvSpPr>
        <dsp:cNvPr id="0" name=""/>
        <dsp:cNvSpPr/>
      </dsp:nvSpPr>
      <dsp:spPr>
        <a:xfrm>
          <a:off x="0" y="644419"/>
          <a:ext cx="9625383" cy="5136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70C6F6-B5EA-4F1E-8807-E51BC726889F}">
      <dsp:nvSpPr>
        <dsp:cNvPr id="0" name=""/>
        <dsp:cNvSpPr/>
      </dsp:nvSpPr>
      <dsp:spPr>
        <a:xfrm>
          <a:off x="155365" y="759980"/>
          <a:ext cx="282483" cy="2824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99FAA6-4604-4579-845B-762DFFE31D4F}">
      <dsp:nvSpPr>
        <dsp:cNvPr id="0" name=""/>
        <dsp:cNvSpPr/>
      </dsp:nvSpPr>
      <dsp:spPr>
        <a:xfrm>
          <a:off x="593215" y="644419"/>
          <a:ext cx="9032167" cy="5136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357" tIns="54357" rIns="54357" bIns="5435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Two-sided platforms need liquidity, network effects and reputation [3] </a:t>
          </a:r>
          <a:endParaRPr lang="en-US" sz="1900" kern="1200"/>
        </a:p>
      </dsp:txBody>
      <dsp:txXfrm>
        <a:off x="593215" y="644419"/>
        <a:ext cx="9032167" cy="513606"/>
      </dsp:txXfrm>
    </dsp:sp>
    <dsp:sp modelId="{890A08E2-A68D-4FAC-9277-B5DCB508EEC8}">
      <dsp:nvSpPr>
        <dsp:cNvPr id="0" name=""/>
        <dsp:cNvSpPr/>
      </dsp:nvSpPr>
      <dsp:spPr>
        <a:xfrm>
          <a:off x="0" y="1286427"/>
          <a:ext cx="9625383" cy="5136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8F5AA9-FCF0-44E1-9A75-4F201E9B627E}">
      <dsp:nvSpPr>
        <dsp:cNvPr id="0" name=""/>
        <dsp:cNvSpPr/>
      </dsp:nvSpPr>
      <dsp:spPr>
        <a:xfrm>
          <a:off x="155365" y="1401988"/>
          <a:ext cx="282483" cy="2824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387BFB-E36E-416F-A49C-EAC765B75B76}">
      <dsp:nvSpPr>
        <dsp:cNvPr id="0" name=""/>
        <dsp:cNvSpPr/>
      </dsp:nvSpPr>
      <dsp:spPr>
        <a:xfrm>
          <a:off x="593215" y="1286427"/>
          <a:ext cx="9032167" cy="5136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357" tIns="54357" rIns="54357" bIns="5435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Trust and verification drive platform adoption [4] </a:t>
          </a:r>
          <a:endParaRPr lang="en-US" sz="1900" kern="1200"/>
        </a:p>
      </dsp:txBody>
      <dsp:txXfrm>
        <a:off x="593215" y="1286427"/>
        <a:ext cx="9032167" cy="513606"/>
      </dsp:txXfrm>
    </dsp:sp>
    <dsp:sp modelId="{F47C96F8-DE00-4C6E-AA35-C989BEFF2582}">
      <dsp:nvSpPr>
        <dsp:cNvPr id="0" name=""/>
        <dsp:cNvSpPr/>
      </dsp:nvSpPr>
      <dsp:spPr>
        <a:xfrm>
          <a:off x="0" y="1928435"/>
          <a:ext cx="9625383" cy="5136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11E67C-08D2-49D1-9DE7-51166BC341CC}">
      <dsp:nvSpPr>
        <dsp:cNvPr id="0" name=""/>
        <dsp:cNvSpPr/>
      </dsp:nvSpPr>
      <dsp:spPr>
        <a:xfrm>
          <a:off x="155365" y="2043996"/>
          <a:ext cx="282483" cy="2824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6E04A5-3B9C-4025-9F49-E672F8DB9ABE}">
      <dsp:nvSpPr>
        <dsp:cNvPr id="0" name=""/>
        <dsp:cNvSpPr/>
      </dsp:nvSpPr>
      <dsp:spPr>
        <a:xfrm>
          <a:off x="593215" y="1928435"/>
          <a:ext cx="9032167" cy="5136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357" tIns="54357" rIns="54357" bIns="5435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Blockchain prototypes show promise but are not production-ready [7] </a:t>
          </a:r>
          <a:endParaRPr lang="en-US" sz="1900" kern="1200"/>
        </a:p>
      </dsp:txBody>
      <dsp:txXfrm>
        <a:off x="593215" y="1928435"/>
        <a:ext cx="9032167" cy="513606"/>
      </dsp:txXfrm>
    </dsp:sp>
    <dsp:sp modelId="{64EFB7FA-6222-4B9A-8020-88FCFB8CBD5D}">
      <dsp:nvSpPr>
        <dsp:cNvPr id="0" name=""/>
        <dsp:cNvSpPr/>
      </dsp:nvSpPr>
      <dsp:spPr>
        <a:xfrm>
          <a:off x="0" y="2570443"/>
          <a:ext cx="9625383" cy="5136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FB6C40-4562-49EA-AE0E-29D219A3CAAC}">
      <dsp:nvSpPr>
        <dsp:cNvPr id="0" name=""/>
        <dsp:cNvSpPr/>
      </dsp:nvSpPr>
      <dsp:spPr>
        <a:xfrm>
          <a:off x="155365" y="2686004"/>
          <a:ext cx="282483" cy="2824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FC4ECB-9EDC-40CE-8125-F89DEAFE42A7}">
      <dsp:nvSpPr>
        <dsp:cNvPr id="0" name=""/>
        <dsp:cNvSpPr/>
      </dsp:nvSpPr>
      <dsp:spPr>
        <a:xfrm>
          <a:off x="593215" y="2570443"/>
          <a:ext cx="9032167" cy="5136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357" tIns="54357" rIns="54357" bIns="5435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GDPR governs all personal and financial data handling [9] </a:t>
          </a:r>
          <a:endParaRPr lang="en-US" sz="1900" kern="1200"/>
        </a:p>
      </dsp:txBody>
      <dsp:txXfrm>
        <a:off x="593215" y="2570443"/>
        <a:ext cx="9032167" cy="51360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3847BA-1552-452A-A35D-2B0A126BA973}">
      <dsp:nvSpPr>
        <dsp:cNvPr id="0" name=""/>
        <dsp:cNvSpPr/>
      </dsp:nvSpPr>
      <dsp:spPr>
        <a:xfrm>
          <a:off x="0" y="0"/>
          <a:ext cx="962538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8B9717-BDD7-4032-9E38-3A04E55B3D13}">
      <dsp:nvSpPr>
        <dsp:cNvPr id="0" name=""/>
        <dsp:cNvSpPr/>
      </dsp:nvSpPr>
      <dsp:spPr>
        <a:xfrm>
          <a:off x="0" y="0"/>
          <a:ext cx="9625383" cy="444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What is missing:</a:t>
          </a:r>
          <a:endParaRPr lang="en-US" sz="1500" kern="1200"/>
        </a:p>
      </dsp:txBody>
      <dsp:txXfrm>
        <a:off x="0" y="0"/>
        <a:ext cx="9625383" cy="444591"/>
      </dsp:txXfrm>
    </dsp:sp>
    <dsp:sp modelId="{42F98B4C-C1BB-4351-9465-4CFC055DCB1A}">
      <dsp:nvSpPr>
        <dsp:cNvPr id="0" name=""/>
        <dsp:cNvSpPr/>
      </dsp:nvSpPr>
      <dsp:spPr>
        <a:xfrm>
          <a:off x="0" y="444591"/>
          <a:ext cx="962538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DECBC7-5713-4C09-8769-D217CEA55EAC}">
      <dsp:nvSpPr>
        <dsp:cNvPr id="0" name=""/>
        <dsp:cNvSpPr/>
      </dsp:nvSpPr>
      <dsp:spPr>
        <a:xfrm>
          <a:off x="0" y="444591"/>
          <a:ext cx="9625383" cy="444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 existing platform integrates listing, messaging, scheduling, payments, and verification in one system</a:t>
          </a:r>
        </a:p>
      </dsp:txBody>
      <dsp:txXfrm>
        <a:off x="0" y="444591"/>
        <a:ext cx="9625383" cy="444591"/>
      </dsp:txXfrm>
    </dsp:sp>
    <dsp:sp modelId="{8310ED84-A538-45C8-8355-E25EA41DA17D}">
      <dsp:nvSpPr>
        <dsp:cNvPr id="0" name=""/>
        <dsp:cNvSpPr/>
      </dsp:nvSpPr>
      <dsp:spPr>
        <a:xfrm>
          <a:off x="0" y="889182"/>
          <a:ext cx="962538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AE1CB9-9D54-4C90-9A53-5377E9B7C4A6}">
      <dsp:nvSpPr>
        <dsp:cNvPr id="0" name=""/>
        <dsp:cNvSpPr/>
      </dsp:nvSpPr>
      <dsp:spPr>
        <a:xfrm>
          <a:off x="0" y="889182"/>
          <a:ext cx="9625383" cy="444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Blockchain prototypes remain research-level, no production-ready direct-letting platform exists</a:t>
          </a:r>
        </a:p>
      </dsp:txBody>
      <dsp:txXfrm>
        <a:off x="0" y="889182"/>
        <a:ext cx="9625383" cy="444591"/>
      </dsp:txXfrm>
    </dsp:sp>
    <dsp:sp modelId="{A3B1F07B-314E-4665-9E5A-C3834EF4CA80}">
      <dsp:nvSpPr>
        <dsp:cNvPr id="0" name=""/>
        <dsp:cNvSpPr/>
      </dsp:nvSpPr>
      <dsp:spPr>
        <a:xfrm>
          <a:off x="0" y="1333773"/>
          <a:ext cx="962538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5BFA17-B234-4243-9B03-A173A7FC83AB}">
      <dsp:nvSpPr>
        <dsp:cNvPr id="0" name=""/>
        <dsp:cNvSpPr/>
      </dsp:nvSpPr>
      <dsp:spPr>
        <a:xfrm>
          <a:off x="0" y="1333773"/>
          <a:ext cx="9625383" cy="444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Trust features are either absent or bolted on after the fact</a:t>
          </a:r>
        </a:p>
      </dsp:txBody>
      <dsp:txXfrm>
        <a:off x="0" y="1333773"/>
        <a:ext cx="9625383" cy="444591"/>
      </dsp:txXfrm>
    </dsp:sp>
    <dsp:sp modelId="{3237CF07-E58E-4B45-9A92-2D67D6E1A6DA}">
      <dsp:nvSpPr>
        <dsp:cNvPr id="0" name=""/>
        <dsp:cNvSpPr/>
      </dsp:nvSpPr>
      <dsp:spPr>
        <a:xfrm>
          <a:off x="0" y="1778364"/>
          <a:ext cx="962538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3F0A41-BE03-445A-990D-FA3BAD46846B}">
      <dsp:nvSpPr>
        <dsp:cNvPr id="0" name=""/>
        <dsp:cNvSpPr/>
      </dsp:nvSpPr>
      <dsp:spPr>
        <a:xfrm>
          <a:off x="0" y="1778364"/>
          <a:ext cx="9625383" cy="444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DirectLet addresses this by providing:</a:t>
          </a:r>
          <a:endParaRPr lang="en-US" sz="1500" kern="1200" dirty="0"/>
        </a:p>
      </dsp:txBody>
      <dsp:txXfrm>
        <a:off x="0" y="1778364"/>
        <a:ext cx="9625383" cy="444591"/>
      </dsp:txXfrm>
    </dsp:sp>
    <dsp:sp modelId="{1E5456C2-CBDB-4DAF-9486-277C9E031BA3}">
      <dsp:nvSpPr>
        <dsp:cNvPr id="0" name=""/>
        <dsp:cNvSpPr/>
      </dsp:nvSpPr>
      <dsp:spPr>
        <a:xfrm>
          <a:off x="0" y="2222954"/>
          <a:ext cx="962538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15C0AB-67D7-4325-92EC-1B5CAA9C6758}">
      <dsp:nvSpPr>
        <dsp:cNvPr id="0" name=""/>
        <dsp:cNvSpPr/>
      </dsp:nvSpPr>
      <dsp:spPr>
        <a:xfrm>
          <a:off x="0" y="2222955"/>
          <a:ext cx="9625383" cy="444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 fully integrated, end-to-end direct rental platform</a:t>
          </a:r>
        </a:p>
      </dsp:txBody>
      <dsp:txXfrm>
        <a:off x="0" y="2222955"/>
        <a:ext cx="9625383" cy="444591"/>
      </dsp:txXfrm>
    </dsp:sp>
    <dsp:sp modelId="{8E190783-302B-40F8-91CE-F78E25F465A6}">
      <dsp:nvSpPr>
        <dsp:cNvPr id="0" name=""/>
        <dsp:cNvSpPr/>
      </dsp:nvSpPr>
      <dsp:spPr>
        <a:xfrm>
          <a:off x="0" y="2667546"/>
          <a:ext cx="962538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72D224-026D-4A04-A727-D196C44FBAB8}">
      <dsp:nvSpPr>
        <dsp:cNvPr id="0" name=""/>
        <dsp:cNvSpPr/>
      </dsp:nvSpPr>
      <dsp:spPr>
        <a:xfrm>
          <a:off x="0" y="2667546"/>
          <a:ext cx="9625383" cy="444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Built on conventional, scalable web architecture</a:t>
          </a:r>
        </a:p>
      </dsp:txBody>
      <dsp:txXfrm>
        <a:off x="0" y="2667546"/>
        <a:ext cx="9625383" cy="444591"/>
      </dsp:txXfrm>
    </dsp:sp>
    <dsp:sp modelId="{3E450106-9AAC-4E40-961A-E02E6769D999}">
      <dsp:nvSpPr>
        <dsp:cNvPr id="0" name=""/>
        <dsp:cNvSpPr/>
      </dsp:nvSpPr>
      <dsp:spPr>
        <a:xfrm>
          <a:off x="0" y="3112137"/>
          <a:ext cx="962538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A05E62-DAAE-4D22-A7CC-9AFD17BA1736}">
      <dsp:nvSpPr>
        <dsp:cNvPr id="0" name=""/>
        <dsp:cNvSpPr/>
      </dsp:nvSpPr>
      <dsp:spPr>
        <a:xfrm>
          <a:off x="0" y="3112137"/>
          <a:ext cx="9625383" cy="444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Designed with GDPR compliance and trust-by-design from the ground up</a:t>
          </a:r>
        </a:p>
      </dsp:txBody>
      <dsp:txXfrm>
        <a:off x="0" y="3112137"/>
        <a:ext cx="9625383" cy="44459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E8364B-8B61-4FAA-9E98-BC4C51CF6CD3}">
      <dsp:nvSpPr>
        <dsp:cNvPr id="0" name=""/>
        <dsp:cNvSpPr/>
      </dsp:nvSpPr>
      <dsp:spPr>
        <a:xfrm>
          <a:off x="0" y="417"/>
          <a:ext cx="8825659" cy="9758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42521-5CD7-4975-9435-53EBCDA3C3A7}">
      <dsp:nvSpPr>
        <dsp:cNvPr id="0" name=""/>
        <dsp:cNvSpPr/>
      </dsp:nvSpPr>
      <dsp:spPr>
        <a:xfrm>
          <a:off x="295193" y="219982"/>
          <a:ext cx="536716" cy="5367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D797AC-4EBA-4F03-A6AB-0D54826A722E}">
      <dsp:nvSpPr>
        <dsp:cNvPr id="0" name=""/>
        <dsp:cNvSpPr/>
      </dsp:nvSpPr>
      <dsp:spPr>
        <a:xfrm>
          <a:off x="1127103" y="417"/>
          <a:ext cx="7698555" cy="975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77" tIns="103277" rIns="103277" bIns="103277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Property listing creation with image uploads</a:t>
          </a:r>
        </a:p>
      </dsp:txBody>
      <dsp:txXfrm>
        <a:off x="1127103" y="417"/>
        <a:ext cx="7698555" cy="975847"/>
      </dsp:txXfrm>
    </dsp:sp>
    <dsp:sp modelId="{60D30CA5-A7EB-4CEE-9143-B432EA95AF28}">
      <dsp:nvSpPr>
        <dsp:cNvPr id="0" name=""/>
        <dsp:cNvSpPr/>
      </dsp:nvSpPr>
      <dsp:spPr>
        <a:xfrm>
          <a:off x="0" y="1220226"/>
          <a:ext cx="8825659" cy="9758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3147CF-921C-4E1E-8995-DE5E76BF0C7E}">
      <dsp:nvSpPr>
        <dsp:cNvPr id="0" name=""/>
        <dsp:cNvSpPr/>
      </dsp:nvSpPr>
      <dsp:spPr>
        <a:xfrm>
          <a:off x="295193" y="1439791"/>
          <a:ext cx="536716" cy="5367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77C424-F972-44F1-B909-4004239F92B1}">
      <dsp:nvSpPr>
        <dsp:cNvPr id="0" name=""/>
        <dsp:cNvSpPr/>
      </dsp:nvSpPr>
      <dsp:spPr>
        <a:xfrm>
          <a:off x="1127103" y="1220226"/>
          <a:ext cx="7698555" cy="975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77" tIns="103277" rIns="103277" bIns="103277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Advanced search filters - price, location, bedrooms</a:t>
          </a:r>
        </a:p>
      </dsp:txBody>
      <dsp:txXfrm>
        <a:off x="1127103" y="1220226"/>
        <a:ext cx="7698555" cy="975847"/>
      </dsp:txXfrm>
    </dsp:sp>
    <dsp:sp modelId="{47001914-08D1-4AF6-9CAA-C8B977182239}">
      <dsp:nvSpPr>
        <dsp:cNvPr id="0" name=""/>
        <dsp:cNvSpPr/>
      </dsp:nvSpPr>
      <dsp:spPr>
        <a:xfrm>
          <a:off x="0" y="2440035"/>
          <a:ext cx="8825659" cy="9758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C43782-121A-4771-BA46-FD6498231359}">
      <dsp:nvSpPr>
        <dsp:cNvPr id="0" name=""/>
        <dsp:cNvSpPr/>
      </dsp:nvSpPr>
      <dsp:spPr>
        <a:xfrm>
          <a:off x="295193" y="2659601"/>
          <a:ext cx="536716" cy="5367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95D5D6-1519-45DE-A716-C274FB589183}">
      <dsp:nvSpPr>
        <dsp:cNvPr id="0" name=""/>
        <dsp:cNvSpPr/>
      </dsp:nvSpPr>
      <dsp:spPr>
        <a:xfrm>
          <a:off x="1127103" y="2440035"/>
          <a:ext cx="7698555" cy="975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77" tIns="103277" rIns="103277" bIns="103277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Interactive map view via OpenStreetMap</a:t>
          </a:r>
        </a:p>
      </dsp:txBody>
      <dsp:txXfrm>
        <a:off x="1127103" y="2440035"/>
        <a:ext cx="7698555" cy="97584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C7E367-4AA3-4DA0-B8E0-BDB026996B83}">
      <dsp:nvSpPr>
        <dsp:cNvPr id="0" name=""/>
        <dsp:cNvSpPr/>
      </dsp:nvSpPr>
      <dsp:spPr>
        <a:xfrm>
          <a:off x="0" y="417"/>
          <a:ext cx="8825659" cy="9758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F85FBD-0826-4F86-A9BD-895EC02D6DA8}">
      <dsp:nvSpPr>
        <dsp:cNvPr id="0" name=""/>
        <dsp:cNvSpPr/>
      </dsp:nvSpPr>
      <dsp:spPr>
        <a:xfrm>
          <a:off x="295193" y="219982"/>
          <a:ext cx="536716" cy="5367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5008C6-5011-4B1B-8EBA-1F160C47B493}">
      <dsp:nvSpPr>
        <dsp:cNvPr id="0" name=""/>
        <dsp:cNvSpPr/>
      </dsp:nvSpPr>
      <dsp:spPr>
        <a:xfrm>
          <a:off x="1127103" y="417"/>
          <a:ext cx="7698555" cy="975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77" tIns="103277" rIns="103277" bIns="103277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Real-time landlord-tenant direct messaging</a:t>
          </a:r>
        </a:p>
      </dsp:txBody>
      <dsp:txXfrm>
        <a:off x="1127103" y="417"/>
        <a:ext cx="7698555" cy="975847"/>
      </dsp:txXfrm>
    </dsp:sp>
    <dsp:sp modelId="{6D16DB9F-69F4-4D46-88F8-380AD93A724C}">
      <dsp:nvSpPr>
        <dsp:cNvPr id="0" name=""/>
        <dsp:cNvSpPr/>
      </dsp:nvSpPr>
      <dsp:spPr>
        <a:xfrm>
          <a:off x="0" y="1220226"/>
          <a:ext cx="8825659" cy="9758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23297D-F913-4A31-B941-88B5B1A29C7A}">
      <dsp:nvSpPr>
        <dsp:cNvPr id="0" name=""/>
        <dsp:cNvSpPr/>
      </dsp:nvSpPr>
      <dsp:spPr>
        <a:xfrm>
          <a:off x="295193" y="1439791"/>
          <a:ext cx="536716" cy="5367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482D8F-9452-46B2-98C4-707712E9B061}">
      <dsp:nvSpPr>
        <dsp:cNvPr id="0" name=""/>
        <dsp:cNvSpPr/>
      </dsp:nvSpPr>
      <dsp:spPr>
        <a:xfrm>
          <a:off x="1127103" y="1220226"/>
          <a:ext cx="7698555" cy="975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77" tIns="103277" rIns="103277" bIns="103277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Tenant viewing request with landlord approval</a:t>
          </a:r>
        </a:p>
      </dsp:txBody>
      <dsp:txXfrm>
        <a:off x="1127103" y="1220226"/>
        <a:ext cx="7698555" cy="975847"/>
      </dsp:txXfrm>
    </dsp:sp>
    <dsp:sp modelId="{097967DA-DC4F-4722-8E62-421A9DA492C6}">
      <dsp:nvSpPr>
        <dsp:cNvPr id="0" name=""/>
        <dsp:cNvSpPr/>
      </dsp:nvSpPr>
      <dsp:spPr>
        <a:xfrm>
          <a:off x="0" y="2440035"/>
          <a:ext cx="8825659" cy="9758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49B06B-2A15-4C1F-88E0-D79F08C92ED9}">
      <dsp:nvSpPr>
        <dsp:cNvPr id="0" name=""/>
        <dsp:cNvSpPr/>
      </dsp:nvSpPr>
      <dsp:spPr>
        <a:xfrm>
          <a:off x="295193" y="2659601"/>
          <a:ext cx="536716" cy="5367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EE4138-62F3-4AEF-B048-D30CE56F3E47}">
      <dsp:nvSpPr>
        <dsp:cNvPr id="0" name=""/>
        <dsp:cNvSpPr/>
      </dsp:nvSpPr>
      <dsp:spPr>
        <a:xfrm>
          <a:off x="1127103" y="2440035"/>
          <a:ext cx="7698555" cy="975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77" tIns="103277" rIns="103277" bIns="103277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Role-specific dashboards with notification system</a:t>
          </a:r>
        </a:p>
      </dsp:txBody>
      <dsp:txXfrm>
        <a:off x="1127103" y="2440035"/>
        <a:ext cx="7698555" cy="97584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BC71CA-ACFF-45F0-80B5-C3CFF196A487}">
      <dsp:nvSpPr>
        <dsp:cNvPr id="0" name=""/>
        <dsp:cNvSpPr/>
      </dsp:nvSpPr>
      <dsp:spPr>
        <a:xfrm>
          <a:off x="0" y="532935"/>
          <a:ext cx="9625383" cy="62361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Rent and deposit collection via Stripe Connect</a:t>
          </a:r>
          <a:endParaRPr lang="en-US" sz="2600" kern="1200"/>
        </a:p>
      </dsp:txBody>
      <dsp:txXfrm>
        <a:off x="30442" y="563377"/>
        <a:ext cx="9564499" cy="562726"/>
      </dsp:txXfrm>
    </dsp:sp>
    <dsp:sp modelId="{ABBA2E4C-7F73-46F8-8E82-B6A04F9FE796}">
      <dsp:nvSpPr>
        <dsp:cNvPr id="0" name=""/>
        <dsp:cNvSpPr/>
      </dsp:nvSpPr>
      <dsp:spPr>
        <a:xfrm>
          <a:off x="0" y="1231425"/>
          <a:ext cx="9625383" cy="62361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Landlord dashboard - occupancy, payments, enquiries</a:t>
          </a:r>
          <a:endParaRPr lang="en-US" sz="2600" kern="1200"/>
        </a:p>
      </dsp:txBody>
      <dsp:txXfrm>
        <a:off x="30442" y="1261867"/>
        <a:ext cx="9564499" cy="562726"/>
      </dsp:txXfrm>
    </dsp:sp>
    <dsp:sp modelId="{F67AA7DA-CA93-4608-8C0F-6D51A78F7500}">
      <dsp:nvSpPr>
        <dsp:cNvPr id="0" name=""/>
        <dsp:cNvSpPr/>
      </dsp:nvSpPr>
      <dsp:spPr>
        <a:xfrm>
          <a:off x="0" y="1929915"/>
          <a:ext cx="9625383" cy="62361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Identity and creditworthiness verification before tenancy</a:t>
          </a:r>
          <a:endParaRPr lang="en-US" sz="2600" kern="1200"/>
        </a:p>
      </dsp:txBody>
      <dsp:txXfrm>
        <a:off x="30442" y="1960357"/>
        <a:ext cx="9564499" cy="56272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B7403F-3143-45AA-9B68-0A023437B218}">
      <dsp:nvSpPr>
        <dsp:cNvPr id="0" name=""/>
        <dsp:cNvSpPr/>
      </dsp:nvSpPr>
      <dsp:spPr>
        <a:xfrm>
          <a:off x="0" y="30116"/>
          <a:ext cx="9625383" cy="59962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All six sprints completed on schedule</a:t>
          </a:r>
        </a:p>
      </dsp:txBody>
      <dsp:txXfrm>
        <a:off x="29271" y="59387"/>
        <a:ext cx="9566841" cy="541083"/>
      </dsp:txXfrm>
    </dsp:sp>
    <dsp:sp modelId="{3B823004-D495-4E8D-9BBE-6259114F89F7}">
      <dsp:nvSpPr>
        <dsp:cNvPr id="0" name=""/>
        <dsp:cNvSpPr/>
      </dsp:nvSpPr>
      <dsp:spPr>
        <a:xfrm>
          <a:off x="0" y="701741"/>
          <a:ext cx="9625383" cy="59962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Five subsystems operational in one platform</a:t>
          </a:r>
        </a:p>
      </dsp:txBody>
      <dsp:txXfrm>
        <a:off x="29271" y="731012"/>
        <a:ext cx="9566841" cy="541083"/>
      </dsp:txXfrm>
    </dsp:sp>
    <dsp:sp modelId="{EC749D78-7A2D-4FFA-B3D5-B9A9EAC29D68}">
      <dsp:nvSpPr>
        <dsp:cNvPr id="0" name=""/>
        <dsp:cNvSpPr/>
      </dsp:nvSpPr>
      <dsp:spPr>
        <a:xfrm>
          <a:off x="0" y="1373366"/>
          <a:ext cx="9625383" cy="59962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Payments, analytics and verification functional</a:t>
          </a:r>
        </a:p>
      </dsp:txBody>
      <dsp:txXfrm>
        <a:off x="29271" y="1402637"/>
        <a:ext cx="9566841" cy="541083"/>
      </dsp:txXfrm>
    </dsp:sp>
    <dsp:sp modelId="{DB9D299D-E445-4B4A-A025-0A1EE535CB86}">
      <dsp:nvSpPr>
        <dsp:cNvPr id="0" name=""/>
        <dsp:cNvSpPr/>
      </dsp:nvSpPr>
      <dsp:spPr>
        <a:xfrm>
          <a:off x="0" y="2044992"/>
          <a:ext cx="9625383" cy="59962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Usability confirmed with non-technical test users</a:t>
          </a:r>
        </a:p>
      </dsp:txBody>
      <dsp:txXfrm>
        <a:off x="29271" y="2074263"/>
        <a:ext cx="9566841" cy="541083"/>
      </dsp:txXfrm>
    </dsp:sp>
    <dsp:sp modelId="{F10A5D8A-7CE6-4086-B36B-FF2166F2BCEC}">
      <dsp:nvSpPr>
        <dsp:cNvPr id="0" name=""/>
        <dsp:cNvSpPr/>
      </dsp:nvSpPr>
      <dsp:spPr>
        <a:xfrm>
          <a:off x="0" y="2716616"/>
          <a:ext cx="9625383" cy="59962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Platform performs at production-ready scale</a:t>
          </a:r>
        </a:p>
      </dsp:txBody>
      <dsp:txXfrm>
        <a:off x="29271" y="2745887"/>
        <a:ext cx="9566841" cy="54108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15B7BD-3ECE-4DCB-BBE0-985308FED1D9}">
      <dsp:nvSpPr>
        <dsp:cNvPr id="0" name=""/>
        <dsp:cNvSpPr/>
      </dsp:nvSpPr>
      <dsp:spPr>
        <a:xfrm>
          <a:off x="0" y="1941"/>
          <a:ext cx="99271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1DEC39-C43A-46A6-B704-695F836319BA}">
      <dsp:nvSpPr>
        <dsp:cNvPr id="0" name=""/>
        <dsp:cNvSpPr/>
      </dsp:nvSpPr>
      <dsp:spPr>
        <a:xfrm>
          <a:off x="0" y="1941"/>
          <a:ext cx="9927176" cy="361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Worked well:</a:t>
          </a:r>
          <a:endParaRPr lang="en-US" sz="1600" kern="1200"/>
        </a:p>
      </dsp:txBody>
      <dsp:txXfrm>
        <a:off x="0" y="1941"/>
        <a:ext cx="9927176" cy="361120"/>
      </dsp:txXfrm>
    </dsp:sp>
    <dsp:sp modelId="{09E68847-20EA-42F8-9512-DC4861B6B3B2}">
      <dsp:nvSpPr>
        <dsp:cNvPr id="0" name=""/>
        <dsp:cNvSpPr/>
      </dsp:nvSpPr>
      <dsp:spPr>
        <a:xfrm>
          <a:off x="0" y="363061"/>
          <a:ext cx="99271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DD0D47-1CD3-4970-9B49-498D97685E51}">
      <dsp:nvSpPr>
        <dsp:cNvPr id="0" name=""/>
        <dsp:cNvSpPr/>
      </dsp:nvSpPr>
      <dsp:spPr>
        <a:xfrm>
          <a:off x="0" y="363061"/>
          <a:ext cx="9927176" cy="361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MVC kept codebase clean and testable</a:t>
          </a:r>
        </a:p>
      </dsp:txBody>
      <dsp:txXfrm>
        <a:off x="0" y="363061"/>
        <a:ext cx="9927176" cy="361120"/>
      </dsp:txXfrm>
    </dsp:sp>
    <dsp:sp modelId="{B2217A98-972C-4553-8F1F-D0A2ED488AB9}">
      <dsp:nvSpPr>
        <dsp:cNvPr id="0" name=""/>
        <dsp:cNvSpPr/>
      </dsp:nvSpPr>
      <dsp:spPr>
        <a:xfrm>
          <a:off x="0" y="724181"/>
          <a:ext cx="99271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008C7C-EFED-4AEA-8C29-8B2605969D2A}">
      <dsp:nvSpPr>
        <dsp:cNvPr id="0" name=""/>
        <dsp:cNvSpPr/>
      </dsp:nvSpPr>
      <dsp:spPr>
        <a:xfrm>
          <a:off x="0" y="724181"/>
          <a:ext cx="9927176" cy="361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GraphQL</a:t>
          </a:r>
          <a:r>
            <a:rPr lang="en-US" sz="1600" kern="1200" dirty="0"/>
            <a:t> reduced over-fetching significantly</a:t>
          </a:r>
        </a:p>
      </dsp:txBody>
      <dsp:txXfrm>
        <a:off x="0" y="724181"/>
        <a:ext cx="9927176" cy="361120"/>
      </dsp:txXfrm>
    </dsp:sp>
    <dsp:sp modelId="{5FE800A2-01E5-4DBE-919E-625616FF728A}">
      <dsp:nvSpPr>
        <dsp:cNvPr id="0" name=""/>
        <dsp:cNvSpPr/>
      </dsp:nvSpPr>
      <dsp:spPr>
        <a:xfrm>
          <a:off x="0" y="1085301"/>
          <a:ext cx="99271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0F9CEB-9B9E-4EAB-8DAC-28250694626C}">
      <dsp:nvSpPr>
        <dsp:cNvPr id="0" name=""/>
        <dsp:cNvSpPr/>
      </dsp:nvSpPr>
      <dsp:spPr>
        <a:xfrm>
          <a:off x="0" y="1085301"/>
          <a:ext cx="9927176" cy="361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DSR + Agile allowed continuous course-correction</a:t>
          </a:r>
        </a:p>
      </dsp:txBody>
      <dsp:txXfrm>
        <a:off x="0" y="1085301"/>
        <a:ext cx="9927176" cy="361120"/>
      </dsp:txXfrm>
    </dsp:sp>
    <dsp:sp modelId="{67B1169A-0E2F-4ADB-967C-1C67FAD0822A}">
      <dsp:nvSpPr>
        <dsp:cNvPr id="0" name=""/>
        <dsp:cNvSpPr/>
      </dsp:nvSpPr>
      <dsp:spPr>
        <a:xfrm>
          <a:off x="0" y="1446421"/>
          <a:ext cx="99271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C6548D-2245-4431-9DC8-2372EEAD2E44}">
      <dsp:nvSpPr>
        <dsp:cNvPr id="0" name=""/>
        <dsp:cNvSpPr/>
      </dsp:nvSpPr>
      <dsp:spPr>
        <a:xfrm>
          <a:off x="0" y="1446421"/>
          <a:ext cx="9927176" cy="361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Limitations:</a:t>
          </a:r>
          <a:endParaRPr lang="en-US" sz="1600" kern="1200"/>
        </a:p>
      </dsp:txBody>
      <dsp:txXfrm>
        <a:off x="0" y="1446421"/>
        <a:ext cx="9927176" cy="361120"/>
      </dsp:txXfrm>
    </dsp:sp>
    <dsp:sp modelId="{7B766C71-9BB6-484E-AC1E-702406302627}">
      <dsp:nvSpPr>
        <dsp:cNvPr id="0" name=""/>
        <dsp:cNvSpPr/>
      </dsp:nvSpPr>
      <dsp:spPr>
        <a:xfrm>
          <a:off x="0" y="1807541"/>
          <a:ext cx="99271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DEF21C-825B-438D-A03F-ED97D471228B}">
      <dsp:nvSpPr>
        <dsp:cNvPr id="0" name=""/>
        <dsp:cNvSpPr/>
      </dsp:nvSpPr>
      <dsp:spPr>
        <a:xfrm>
          <a:off x="0" y="1807541"/>
          <a:ext cx="9927176" cy="361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Synthetic datasets only - no real tenancy data</a:t>
          </a:r>
        </a:p>
      </dsp:txBody>
      <dsp:txXfrm>
        <a:off x="0" y="1807541"/>
        <a:ext cx="9927176" cy="361120"/>
      </dsp:txXfrm>
    </dsp:sp>
    <dsp:sp modelId="{0229B31E-2A5E-4A0F-A970-B92A6E478AF4}">
      <dsp:nvSpPr>
        <dsp:cNvPr id="0" name=""/>
        <dsp:cNvSpPr/>
      </dsp:nvSpPr>
      <dsp:spPr>
        <a:xfrm>
          <a:off x="0" y="2168662"/>
          <a:ext cx="99271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A4E84A-409D-4C80-9318-A2E313A860B4}">
      <dsp:nvSpPr>
        <dsp:cNvPr id="0" name=""/>
        <dsp:cNvSpPr/>
      </dsp:nvSpPr>
      <dsp:spPr>
        <a:xfrm>
          <a:off x="0" y="2168662"/>
          <a:ext cx="9927176" cy="361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Stripe tested in sandbox mode only</a:t>
          </a:r>
        </a:p>
      </dsp:txBody>
      <dsp:txXfrm>
        <a:off x="0" y="2168662"/>
        <a:ext cx="9927176" cy="361120"/>
      </dsp:txXfrm>
    </dsp:sp>
    <dsp:sp modelId="{567DCC77-E9F7-4E3A-917A-28D37691BFA9}">
      <dsp:nvSpPr>
        <dsp:cNvPr id="0" name=""/>
        <dsp:cNvSpPr/>
      </dsp:nvSpPr>
      <dsp:spPr>
        <a:xfrm>
          <a:off x="0" y="2529782"/>
          <a:ext cx="99271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A404BA-BF54-4884-9A0C-A4355279AA92}">
      <dsp:nvSpPr>
        <dsp:cNvPr id="0" name=""/>
        <dsp:cNvSpPr/>
      </dsp:nvSpPr>
      <dsp:spPr>
        <a:xfrm>
          <a:off x="0" y="2529782"/>
          <a:ext cx="9927176" cy="361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Verification relies entirely on third-party services</a:t>
          </a:r>
        </a:p>
      </dsp:txBody>
      <dsp:txXfrm>
        <a:off x="0" y="2529782"/>
        <a:ext cx="9927176" cy="361120"/>
      </dsp:txXfrm>
    </dsp:sp>
    <dsp:sp modelId="{6BC4DA10-B106-49B3-B0F1-C2704603416E}">
      <dsp:nvSpPr>
        <dsp:cNvPr id="0" name=""/>
        <dsp:cNvSpPr/>
      </dsp:nvSpPr>
      <dsp:spPr>
        <a:xfrm>
          <a:off x="0" y="2890902"/>
          <a:ext cx="99271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6F9852-DCE1-4F38-8DCB-9D5888CABDFD}">
      <dsp:nvSpPr>
        <dsp:cNvPr id="0" name=""/>
        <dsp:cNvSpPr/>
      </dsp:nvSpPr>
      <dsp:spPr>
        <a:xfrm>
          <a:off x="0" y="2890902"/>
          <a:ext cx="9927176" cy="361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Would do differently:</a:t>
          </a:r>
          <a:endParaRPr lang="en-US" sz="1600" kern="1200"/>
        </a:p>
      </dsp:txBody>
      <dsp:txXfrm>
        <a:off x="0" y="2890902"/>
        <a:ext cx="9927176" cy="361120"/>
      </dsp:txXfrm>
    </dsp:sp>
    <dsp:sp modelId="{A6F51996-CBE4-4AD9-B99C-284568BE2AD7}">
      <dsp:nvSpPr>
        <dsp:cNvPr id="0" name=""/>
        <dsp:cNvSpPr/>
      </dsp:nvSpPr>
      <dsp:spPr>
        <a:xfrm>
          <a:off x="0" y="3252022"/>
          <a:ext cx="99271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72FD2F-EFFB-4EC5-8A11-3F69F48617A0}">
      <dsp:nvSpPr>
        <dsp:cNvPr id="0" name=""/>
        <dsp:cNvSpPr/>
      </dsp:nvSpPr>
      <dsp:spPr>
        <a:xfrm>
          <a:off x="0" y="3252022"/>
          <a:ext cx="9927176" cy="361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Real user feedback from Sprint 1</a:t>
          </a:r>
        </a:p>
      </dsp:txBody>
      <dsp:txXfrm>
        <a:off x="0" y="3252022"/>
        <a:ext cx="9927176" cy="361120"/>
      </dsp:txXfrm>
    </dsp:sp>
    <dsp:sp modelId="{DADA1AD2-174E-4952-ABB3-0735E961FD07}">
      <dsp:nvSpPr>
        <dsp:cNvPr id="0" name=""/>
        <dsp:cNvSpPr/>
      </dsp:nvSpPr>
      <dsp:spPr>
        <a:xfrm>
          <a:off x="0" y="3613142"/>
          <a:ext cx="99271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B4A5E1-CF3E-4269-A296-5646060A8936}">
      <dsp:nvSpPr>
        <dsp:cNvPr id="0" name=""/>
        <dsp:cNvSpPr/>
      </dsp:nvSpPr>
      <dsp:spPr>
        <a:xfrm>
          <a:off x="0" y="3613142"/>
          <a:ext cx="9927176" cy="361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Email notifications built in from the start</a:t>
          </a:r>
        </a:p>
      </dsp:txBody>
      <dsp:txXfrm>
        <a:off x="0" y="3613142"/>
        <a:ext cx="9927176" cy="361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294CCA0-855C-45A2-8998-5C4613981239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7B55AE9-DD58-45A5-8A63-ECD5594B4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13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4CCA0-855C-45A2-8998-5C4613981239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5AE9-DD58-45A5-8A63-ECD5594B4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76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4CCA0-855C-45A2-8998-5C4613981239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5AE9-DD58-45A5-8A63-ECD5594B4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648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4CCA0-855C-45A2-8998-5C4613981239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5AE9-DD58-45A5-8A63-ECD5594B4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489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4CCA0-855C-45A2-8998-5C4613981239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5AE9-DD58-45A5-8A63-ECD5594B4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429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4CCA0-855C-45A2-8998-5C4613981239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5AE9-DD58-45A5-8A63-ECD5594B4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230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4CCA0-855C-45A2-8998-5C4613981239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5AE9-DD58-45A5-8A63-ECD5594B4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966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4CCA0-855C-45A2-8998-5C4613981239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5AE9-DD58-45A5-8A63-ECD5594B4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86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4CCA0-855C-45A2-8998-5C4613981239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5AE9-DD58-45A5-8A63-ECD5594B4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070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4CCA0-855C-45A2-8998-5C4613981239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5AE9-DD58-45A5-8A63-ECD5594B4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4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4CCA0-855C-45A2-8998-5C4613981239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5AE9-DD58-45A5-8A63-ECD5594B4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858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4CCA0-855C-45A2-8998-5C4613981239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5AE9-DD58-45A5-8A63-ECD5594B4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05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4CCA0-855C-45A2-8998-5C4613981239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5AE9-DD58-45A5-8A63-ECD5594B4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8817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4CCA0-855C-45A2-8998-5C4613981239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5AE9-DD58-45A5-8A63-ECD5594B4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3341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4CCA0-855C-45A2-8998-5C4613981239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5AE9-DD58-45A5-8A63-ECD5594B4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486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294CCA0-855C-45A2-8998-5C4613981239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5AE9-DD58-45A5-8A63-ECD5594B4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000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294CCA0-855C-45A2-8998-5C4613981239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5AE9-DD58-45A5-8A63-ECD5594B4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784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294CCA0-855C-45A2-8998-5C4613981239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7B55AE9-DD58-45A5-8A63-ECD5594B4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020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1" r:id="rId13"/>
    <p:sldLayoutId id="2147483792" r:id="rId14"/>
    <p:sldLayoutId id="2147483793" r:id="rId15"/>
    <p:sldLayoutId id="2147483794" r:id="rId16"/>
    <p:sldLayoutId id="21474837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sv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741" y="637585"/>
            <a:ext cx="9750286" cy="1152614"/>
          </a:xfrm>
        </p:spPr>
        <p:txBody>
          <a:bodyPr>
            <a:noAutofit/>
          </a:bodyPr>
          <a:lstStyle/>
          <a:p>
            <a:pPr algn="ctr"/>
            <a:r>
              <a:rPr lang="en-US" sz="4200" b="1" dirty="0">
                <a:solidFill>
                  <a:srgbClr val="EBEBEB"/>
                </a:solidFill>
              </a:rPr>
              <a:t>DirectLet: </a:t>
            </a:r>
            <a:br>
              <a:rPr lang="en-US" b="1" dirty="0">
                <a:solidFill>
                  <a:srgbClr val="EBEBEB"/>
                </a:solidFill>
              </a:rPr>
            </a:br>
            <a:r>
              <a:rPr lang="en-US" sz="3200" b="1" dirty="0">
                <a:solidFill>
                  <a:srgbClr val="EBEBEB"/>
                </a:solidFill>
              </a:rPr>
              <a:t>A Property Portal for Direct Landlord Listing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5C07EC40-0269-9979-0F76-D963D2F62B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5335369"/>
              </p:ext>
            </p:extLst>
          </p:nvPr>
        </p:nvGraphicFramePr>
        <p:xfrm>
          <a:off x="1286934" y="2673626"/>
          <a:ext cx="9625383" cy="3338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9753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6505" y="973668"/>
            <a:ext cx="2703444" cy="706964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EBEBEB"/>
                </a:solidFill>
              </a:rPr>
              <a:t>Agenda</a:t>
            </a: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CE4D254D-1BED-4F88-25B6-D0B49CFFDC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3251744"/>
              </p:ext>
            </p:extLst>
          </p:nvPr>
        </p:nvGraphicFramePr>
        <p:xfrm>
          <a:off x="1154954" y="2365513"/>
          <a:ext cx="6677081" cy="39557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" name="Graphic 19" descr="Gears">
            <a:extLst>
              <a:ext uri="{FF2B5EF4-FFF2-40B4-BE49-F238E27FC236}">
                <a16:creationId xmlns:a16="http://schemas.microsoft.com/office/drawing/2014/main" id="{85ECB439-2009-A483-887F-462F5109F8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27013" y="2775951"/>
            <a:ext cx="3067163" cy="306716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9887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3218" y="1113183"/>
            <a:ext cx="5543150" cy="110324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 dirty="0">
                <a:solidFill>
                  <a:srgbClr val="EBEBEB"/>
                </a:solidFill>
              </a:rPr>
              <a:t>The Problem</a:t>
            </a:r>
            <a:br>
              <a:rPr lang="en-US" sz="4000" b="1" dirty="0">
                <a:solidFill>
                  <a:srgbClr val="EBEBEB"/>
                </a:solidFill>
              </a:rPr>
            </a:br>
            <a:endParaRPr lang="en-US" sz="4000" dirty="0">
              <a:solidFill>
                <a:srgbClr val="EBEBEB"/>
              </a:solidFill>
            </a:endParaRPr>
          </a:p>
        </p:txBody>
      </p:sp>
      <p:graphicFrame>
        <p:nvGraphicFramePr>
          <p:cNvPr id="23" name="Rectangle 1">
            <a:extLst>
              <a:ext uri="{FF2B5EF4-FFF2-40B4-BE49-F238E27FC236}">
                <a16:creationId xmlns:a16="http://schemas.microsoft.com/office/drawing/2014/main" id="{FE40BAE5-CA95-6DD0-8A6C-FB0801375F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6057301"/>
              </p:ext>
            </p:extLst>
          </p:nvPr>
        </p:nvGraphicFramePr>
        <p:xfrm>
          <a:off x="864466" y="2216427"/>
          <a:ext cx="10088456" cy="44129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9128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Why This Matters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8798A50-8249-EE61-E500-9E975A1FC3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3985080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70044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4661" y="943851"/>
            <a:ext cx="7411706" cy="7069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What Existing Research Says</a:t>
            </a:r>
          </a:p>
        </p:txBody>
      </p:sp>
      <p:graphicFrame>
        <p:nvGraphicFramePr>
          <p:cNvPr id="20" name="Rectangle 2">
            <a:extLst>
              <a:ext uri="{FF2B5EF4-FFF2-40B4-BE49-F238E27FC236}">
                <a16:creationId xmlns:a16="http://schemas.microsoft.com/office/drawing/2014/main" id="{CF79DD72-E7AF-B839-8F52-425375D44E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9522978"/>
              </p:ext>
            </p:extLst>
          </p:nvPr>
        </p:nvGraphicFramePr>
        <p:xfrm>
          <a:off x="1286934" y="2925232"/>
          <a:ext cx="9625383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7770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8252" y="973668"/>
            <a:ext cx="7998115" cy="7069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The Gap &amp; Research Contribution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0BA7A942-FDDA-B2E8-7028-6A53B44EB6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5685513"/>
              </p:ext>
            </p:extLst>
          </p:nvPr>
        </p:nvGraphicFramePr>
        <p:xfrm>
          <a:off x="1286934" y="2454966"/>
          <a:ext cx="9625383" cy="35567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2582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F50EE-E179-BF2E-E63D-C3F3E5AC5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b="1" i="0" kern="1200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DirectLet</a:t>
            </a:r>
            <a:r>
              <a:rPr lang="en-US" b="1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vs Existing Platforms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CF3171-2F28-B457-3592-BEBFA3F221FF}"/>
              </a:ext>
            </a:extLst>
          </p:cNvPr>
          <p:cNvSpPr txBox="1"/>
          <p:nvPr/>
        </p:nvSpPr>
        <p:spPr>
          <a:xfrm>
            <a:off x="1154955" y="2603500"/>
            <a:ext cx="3481054" cy="9234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D81CD1B-97A3-AB72-A1CE-E80B211D42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4128374"/>
              </p:ext>
            </p:extLst>
          </p:nvPr>
        </p:nvGraphicFramePr>
        <p:xfrm>
          <a:off x="2178602" y="2925232"/>
          <a:ext cx="7842051" cy="3086469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987830">
                  <a:extLst>
                    <a:ext uri="{9D8B030D-6E8A-4147-A177-3AD203B41FA5}">
                      <a16:colId xmlns:a16="http://schemas.microsoft.com/office/drawing/2014/main" val="3513627150"/>
                    </a:ext>
                  </a:extLst>
                </a:gridCol>
                <a:gridCol w="1531145">
                  <a:extLst>
                    <a:ext uri="{9D8B030D-6E8A-4147-A177-3AD203B41FA5}">
                      <a16:colId xmlns:a16="http://schemas.microsoft.com/office/drawing/2014/main" val="2660400248"/>
                    </a:ext>
                  </a:extLst>
                </a:gridCol>
                <a:gridCol w="1415483">
                  <a:extLst>
                    <a:ext uri="{9D8B030D-6E8A-4147-A177-3AD203B41FA5}">
                      <a16:colId xmlns:a16="http://schemas.microsoft.com/office/drawing/2014/main" val="3837230667"/>
                    </a:ext>
                  </a:extLst>
                </a:gridCol>
                <a:gridCol w="1492110">
                  <a:extLst>
                    <a:ext uri="{9D8B030D-6E8A-4147-A177-3AD203B41FA5}">
                      <a16:colId xmlns:a16="http://schemas.microsoft.com/office/drawing/2014/main" val="1650501941"/>
                    </a:ext>
                  </a:extLst>
                </a:gridCol>
                <a:gridCol w="1415483">
                  <a:extLst>
                    <a:ext uri="{9D8B030D-6E8A-4147-A177-3AD203B41FA5}">
                      <a16:colId xmlns:a16="http://schemas.microsoft.com/office/drawing/2014/main" val="1162014612"/>
                    </a:ext>
                  </a:extLst>
                </a:gridCol>
              </a:tblGrid>
              <a:tr h="342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Rightmove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Zoopla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OpenRent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DirectLet</a:t>
                      </a:r>
                    </a:p>
                  </a:txBody>
                  <a:tcPr marL="58071" marR="58071" marT="58071" marB="58071" anchor="ctr"/>
                </a:tc>
                <a:extLst>
                  <a:ext uri="{0D108BD9-81ED-4DB2-BD59-A6C34878D82A}">
                    <a16:rowId xmlns:a16="http://schemas.microsoft.com/office/drawing/2014/main" val="2825912511"/>
                  </a:ext>
                </a:extLst>
              </a:tr>
              <a:tr h="342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Direct Landlord Listing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58071" marR="58071" marT="58071" marB="58071" anchor="ctr"/>
                </a:tc>
                <a:extLst>
                  <a:ext uri="{0D108BD9-81ED-4DB2-BD59-A6C34878D82A}">
                    <a16:rowId xmlns:a16="http://schemas.microsoft.com/office/drawing/2014/main" val="1475941053"/>
                  </a:ext>
                </a:extLst>
              </a:tr>
              <a:tr h="342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Built-in Messaging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58071" marR="58071" marT="58071" marB="58071" anchor="ctr"/>
                </a:tc>
                <a:extLst>
                  <a:ext uri="{0D108BD9-81ED-4DB2-BD59-A6C34878D82A}">
                    <a16:rowId xmlns:a16="http://schemas.microsoft.com/office/drawing/2014/main" val="4191381256"/>
                  </a:ext>
                </a:extLst>
              </a:tr>
              <a:tr h="342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Viewing Scheduler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58071" marR="58071" marT="58071" marB="58071" anchor="ctr"/>
                </a:tc>
                <a:extLst>
                  <a:ext uri="{0D108BD9-81ED-4DB2-BD59-A6C34878D82A}">
                    <a16:rowId xmlns:a16="http://schemas.microsoft.com/office/drawing/2014/main" val="2138980442"/>
                  </a:ext>
                </a:extLst>
              </a:tr>
              <a:tr h="342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Online Rent Payments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58071" marR="58071" marT="58071" marB="58071" anchor="ctr"/>
                </a:tc>
                <a:extLst>
                  <a:ext uri="{0D108BD9-81ED-4DB2-BD59-A6C34878D82A}">
                    <a16:rowId xmlns:a16="http://schemas.microsoft.com/office/drawing/2014/main" val="3105579072"/>
                  </a:ext>
                </a:extLst>
              </a:tr>
              <a:tr h="342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Identity Verification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Partial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58071" marR="58071" marT="58071" marB="58071" anchor="ctr"/>
                </a:tc>
                <a:extLst>
                  <a:ext uri="{0D108BD9-81ED-4DB2-BD59-A6C34878D82A}">
                    <a16:rowId xmlns:a16="http://schemas.microsoft.com/office/drawing/2014/main" val="1852821201"/>
                  </a:ext>
                </a:extLst>
              </a:tr>
              <a:tr h="342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Landlord Analytics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58071" marR="58071" marT="58071" marB="58071" anchor="ctr"/>
                </a:tc>
                <a:extLst>
                  <a:ext uri="{0D108BD9-81ED-4DB2-BD59-A6C34878D82A}">
                    <a16:rowId xmlns:a16="http://schemas.microsoft.com/office/drawing/2014/main" val="2092549495"/>
                  </a:ext>
                </a:extLst>
              </a:tr>
              <a:tr h="342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No Agent Required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58071" marR="58071" marT="58071" marB="58071" anchor="ctr"/>
                </a:tc>
                <a:extLst>
                  <a:ext uri="{0D108BD9-81ED-4DB2-BD59-A6C34878D82A}">
                    <a16:rowId xmlns:a16="http://schemas.microsoft.com/office/drawing/2014/main" val="1320879478"/>
                  </a:ext>
                </a:extLst>
              </a:tr>
              <a:tr h="342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Agent Fee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£500–£1,500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£500–£1,500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cap="none" spc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 marL="58071" marR="58071" marT="58071" marB="58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300" b="1" cap="none" spc="0">
                          <a:solidFill>
                            <a:schemeClr val="tx1"/>
                          </a:solidFill>
                        </a:rPr>
                        <a:t>None</a:t>
                      </a:r>
                      <a:endParaRPr lang="en-PK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8071" marR="58071" marT="58071" marB="58071" anchor="ctr"/>
                </a:tc>
                <a:extLst>
                  <a:ext uri="{0D108BD9-81ED-4DB2-BD59-A6C34878D82A}">
                    <a16:rowId xmlns:a16="http://schemas.microsoft.com/office/drawing/2014/main" val="3910958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6689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4357" y="973668"/>
            <a:ext cx="7362010" cy="7069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Research Aim &amp; Objectives</a:t>
            </a:r>
          </a:p>
        </p:txBody>
      </p:sp>
      <p:pic>
        <p:nvPicPr>
          <p:cNvPr id="59" name="Graphic 58" descr="Target">
            <a:extLst>
              <a:ext uri="{FF2B5EF4-FFF2-40B4-BE49-F238E27FC236}">
                <a16:creationId xmlns:a16="http://schemas.microsoft.com/office/drawing/2014/main" id="{2F58BE0B-0CA5-447E-4B3A-E619DC42F6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9067" y="2603499"/>
            <a:ext cx="2148323" cy="198714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8270" y="2603499"/>
            <a:ext cx="7644663" cy="3668091"/>
          </a:xfrm>
        </p:spPr>
        <p:txBody>
          <a:bodyPr anchor="ctr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b="1" dirty="0"/>
              <a:t>Aim:</a:t>
            </a:r>
            <a:r>
              <a:rPr lang="en-US" dirty="0"/>
              <a:t>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dirty="0"/>
              <a:t>Build and evaluate a secure direct rental platform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b="1" dirty="0"/>
              <a:t>Objectives: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dirty="0"/>
              <a:t>Review disintermediation and platform design literature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dirty="0"/>
              <a:t>Design scalable MVC architecture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dirty="0"/>
              <a:t>Build core features across six Agile sprints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dirty="0"/>
              <a:t>Integrate Stripe Connect for payments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dirty="0"/>
              <a:t>Develop analytics dashboard and verification system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dirty="0"/>
              <a:t>Evaluate through functional, usability and performance testing</a:t>
            </a:r>
          </a:p>
        </p:txBody>
      </p:sp>
    </p:spTree>
    <p:extLst>
      <p:ext uri="{BB962C8B-B14F-4D97-AF65-F5344CB8AC3E}">
        <p14:creationId xmlns:p14="http://schemas.microsoft.com/office/powerpoint/2010/main" val="2665565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EBEBEB"/>
                </a:solidFill>
              </a:rPr>
              <a:t>Methodology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"/>
          </p:nvPr>
        </p:nvSpPr>
        <p:spPr>
          <a:xfrm>
            <a:off x="1154955" y="2603500"/>
            <a:ext cx="3481054" cy="213746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 b="1" dirty="0"/>
              <a:t>Research: Design Science Research (DSR)</a:t>
            </a:r>
            <a:endParaRPr lang="en-US" sz="16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/>
              <a:t>Produce and evaluate a real-world artefact [8]</a:t>
            </a:r>
          </a:p>
          <a:p>
            <a:pPr marL="0" indent="0">
              <a:buNone/>
            </a:pPr>
            <a:r>
              <a:rPr lang="en-US" sz="1600" b="1" dirty="0"/>
              <a:t>Development: Agile Scrum - 6 Sprints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803870"/>
              </p:ext>
            </p:extLst>
          </p:nvPr>
        </p:nvGraphicFramePr>
        <p:xfrm>
          <a:off x="5544836" y="2775951"/>
          <a:ext cx="5039043" cy="3067164"/>
        </p:xfrm>
        <a:graphic>
          <a:graphicData uri="http://schemas.openxmlformats.org/drawingml/2006/table">
            <a:tbl>
              <a:tblPr firstRow="1" bandRow="1">
                <a:noFill/>
                <a:tableStyleId>{8EC20E35-A176-4012-BC5E-935CFFF8708E}</a:tableStyleId>
              </a:tblPr>
              <a:tblGrid>
                <a:gridCol w="1041455">
                  <a:extLst>
                    <a:ext uri="{9D8B030D-6E8A-4147-A177-3AD203B41FA5}">
                      <a16:colId xmlns:a16="http://schemas.microsoft.com/office/drawing/2014/main" val="3760639990"/>
                    </a:ext>
                  </a:extLst>
                </a:gridCol>
                <a:gridCol w="3997588">
                  <a:extLst>
                    <a:ext uri="{9D8B030D-6E8A-4147-A177-3AD203B41FA5}">
                      <a16:colId xmlns:a16="http://schemas.microsoft.com/office/drawing/2014/main" val="4094107194"/>
                    </a:ext>
                  </a:extLst>
                </a:gridCol>
              </a:tblGrid>
              <a:tr h="468306">
                <a:tc>
                  <a:txBody>
                    <a:bodyPr/>
                    <a:lstStyle/>
                    <a:p>
                      <a:r>
                        <a:rPr lang="en-US" sz="1400" b="0" cap="all" spc="150">
                          <a:solidFill>
                            <a:schemeClr val="lt1"/>
                          </a:solidFill>
                        </a:rPr>
                        <a:t>Sprint</a:t>
                      </a:r>
                    </a:p>
                  </a:txBody>
                  <a:tcPr marL="107568" marR="107568" marT="107568" marB="10756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cap="all" spc="150" dirty="0">
                          <a:solidFill>
                            <a:schemeClr val="lt1"/>
                          </a:solidFill>
                        </a:rPr>
                        <a:t>Focus</a:t>
                      </a:r>
                    </a:p>
                  </a:txBody>
                  <a:tcPr marL="107568" marR="107568" marT="107568" marB="10756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8663033"/>
                  </a:ext>
                </a:extLst>
              </a:tr>
              <a:tr h="433143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7568" marR="107568" marT="107568" marB="1075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Authentication &amp; Role-Based Access</a:t>
                      </a:r>
                    </a:p>
                  </a:txBody>
                  <a:tcPr marL="107568" marR="107568" marT="107568" marB="1075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4367728"/>
                  </a:ext>
                </a:extLst>
              </a:tr>
              <a:tr h="433143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107568" marR="107568" marT="107568" marB="1075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Listings, Images &amp; Map</a:t>
                      </a:r>
                    </a:p>
                  </a:txBody>
                  <a:tcPr marL="107568" marR="107568" marT="107568" marB="1075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02369"/>
                  </a:ext>
                </a:extLst>
              </a:tr>
              <a:tr h="433143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107568" marR="107568" marT="107568" marB="1075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Messaging &amp; Viewing Scheduler</a:t>
                      </a:r>
                    </a:p>
                  </a:txBody>
                  <a:tcPr marL="107568" marR="107568" marT="107568" marB="1075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057338"/>
                  </a:ext>
                </a:extLst>
              </a:tr>
              <a:tr h="433143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107568" marR="107568" marT="107568" marB="1075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Stripe Connect Payments</a:t>
                      </a:r>
                    </a:p>
                  </a:txBody>
                  <a:tcPr marL="107568" marR="107568" marT="107568" marB="1075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860748"/>
                  </a:ext>
                </a:extLst>
              </a:tr>
              <a:tr h="433143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107568" marR="107568" marT="107568" marB="1075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Analytics Dashboard</a:t>
                      </a:r>
                    </a:p>
                  </a:txBody>
                  <a:tcPr marL="107568" marR="107568" marT="107568" marB="1075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275550"/>
                  </a:ext>
                </a:extLst>
              </a:tr>
              <a:tr h="433143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107568" marR="107568" marT="107568" marB="1075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Verification &amp; Testing</a:t>
                      </a:r>
                    </a:p>
                  </a:txBody>
                  <a:tcPr marL="107568" marR="107568" marT="107568" marB="1075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274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8873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System Architecture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54955" y="2603500"/>
            <a:ext cx="3481054" cy="3416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fontAlgn="base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alt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MVC pattern with Repository separation </a:t>
            </a:r>
          </a:p>
          <a:p>
            <a:pPr lvl="0" fontAlgn="base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alt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Three roles: Landlord / Tenant / Admin </a:t>
            </a:r>
          </a:p>
          <a:p>
            <a:pPr lvl="0" fontAlgn="base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alt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(Insert architecture diagram)</a:t>
            </a: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9537717"/>
              </p:ext>
            </p:extLst>
          </p:nvPr>
        </p:nvGraphicFramePr>
        <p:xfrm>
          <a:off x="5102711" y="2775951"/>
          <a:ext cx="5923293" cy="3067164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2220903">
                  <a:extLst>
                    <a:ext uri="{9D8B030D-6E8A-4147-A177-3AD203B41FA5}">
                      <a16:colId xmlns:a16="http://schemas.microsoft.com/office/drawing/2014/main" val="3595284368"/>
                    </a:ext>
                  </a:extLst>
                </a:gridCol>
                <a:gridCol w="3702390">
                  <a:extLst>
                    <a:ext uri="{9D8B030D-6E8A-4147-A177-3AD203B41FA5}">
                      <a16:colId xmlns:a16="http://schemas.microsoft.com/office/drawing/2014/main" val="1172598006"/>
                    </a:ext>
                  </a:extLst>
                </a:gridCol>
              </a:tblGrid>
              <a:tr h="511194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bg1"/>
                          </a:solidFill>
                        </a:rPr>
                        <a:t>Layer</a:t>
                      </a:r>
                    </a:p>
                  </a:txBody>
                  <a:tcPr marL="87277" marR="124681" marT="24936" marB="187022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bg1"/>
                          </a:solidFill>
                        </a:rPr>
                        <a:t>Technology</a:t>
                      </a:r>
                    </a:p>
                  </a:txBody>
                  <a:tcPr marL="87277" marR="124681" marT="24936" marB="1870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860043"/>
                  </a:ext>
                </a:extLst>
              </a:tr>
              <a:tr h="511194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bg1"/>
                          </a:solidFill>
                        </a:rPr>
                        <a:t>Frontend</a:t>
                      </a:r>
                    </a:p>
                  </a:txBody>
                  <a:tcPr marL="87277" marR="124681" marT="24936" marB="187022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bg1"/>
                          </a:solidFill>
                        </a:rPr>
                        <a:t>React</a:t>
                      </a:r>
                    </a:p>
                  </a:txBody>
                  <a:tcPr marL="87277" marR="124681" marT="24936" marB="1870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455620"/>
                  </a:ext>
                </a:extLst>
              </a:tr>
              <a:tr h="511194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bg1"/>
                          </a:solidFill>
                        </a:rPr>
                        <a:t>API</a:t>
                      </a:r>
                    </a:p>
                  </a:txBody>
                  <a:tcPr marL="87277" marR="124681" marT="24936" marB="187022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bg1"/>
                          </a:solidFill>
                        </a:rPr>
                        <a:t>Node.js + GraphQL</a:t>
                      </a:r>
                    </a:p>
                  </a:txBody>
                  <a:tcPr marL="87277" marR="124681" marT="24936" marB="1870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013766"/>
                  </a:ext>
                </a:extLst>
              </a:tr>
              <a:tr h="511194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bg1"/>
                          </a:solidFill>
                        </a:rPr>
                        <a:t>Database</a:t>
                      </a:r>
                    </a:p>
                  </a:txBody>
                  <a:tcPr marL="87277" marR="124681" marT="24936" marB="187022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bg1"/>
                          </a:solidFill>
                        </a:rPr>
                        <a:t>MongoDB</a:t>
                      </a:r>
                    </a:p>
                  </a:txBody>
                  <a:tcPr marL="87277" marR="124681" marT="24936" marB="1870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030140"/>
                  </a:ext>
                </a:extLst>
              </a:tr>
              <a:tr h="511194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bg1"/>
                          </a:solidFill>
                        </a:rPr>
                        <a:t>Payments</a:t>
                      </a:r>
                    </a:p>
                  </a:txBody>
                  <a:tcPr marL="87277" marR="124681" marT="24936" marB="187022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bg1"/>
                          </a:solidFill>
                        </a:rPr>
                        <a:t>Stripe Connect</a:t>
                      </a:r>
                    </a:p>
                  </a:txBody>
                  <a:tcPr marL="87277" marR="124681" marT="24936" marB="1870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87304"/>
                  </a:ext>
                </a:extLst>
              </a:tr>
              <a:tr h="511194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bg1"/>
                          </a:solidFill>
                        </a:rPr>
                        <a:t>Mapping</a:t>
                      </a:r>
                    </a:p>
                  </a:txBody>
                  <a:tcPr marL="87277" marR="124681" marT="24936" marB="187022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 err="1">
                          <a:solidFill>
                            <a:schemeClr val="bg1"/>
                          </a:solidFill>
                        </a:rPr>
                        <a:t>OpenStreetMap</a:t>
                      </a:r>
                      <a:endParaRPr lang="en-US" sz="1600" cap="none" spc="0">
                        <a:solidFill>
                          <a:schemeClr val="bg1"/>
                        </a:solidFill>
                      </a:endParaRPr>
                    </a:p>
                  </a:txBody>
                  <a:tcPr marL="87277" marR="124681" marT="24936" marB="1870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07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0437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Implementation: Listings &amp; Search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979D88-B38E-9710-C898-CF95378132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4508250"/>
              </p:ext>
            </p:extLst>
          </p:nvPr>
        </p:nvGraphicFramePr>
        <p:xfrm>
          <a:off x="1154954" y="2603500"/>
          <a:ext cx="88256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1877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366" y="973668"/>
            <a:ext cx="10137912" cy="775619"/>
          </a:xfrm>
        </p:spPr>
        <p:txBody>
          <a:bodyPr/>
          <a:lstStyle/>
          <a:p>
            <a:r>
              <a:rPr lang="en-US" b="1" dirty="0"/>
              <a:t>Implementation: Messaging &amp; Scheduling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69CF32-1481-B8A1-9486-7F4BF70D20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3437634"/>
              </p:ext>
            </p:extLst>
          </p:nvPr>
        </p:nvGraphicFramePr>
        <p:xfrm>
          <a:off x="1154954" y="2603500"/>
          <a:ext cx="88256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1649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>
                <a:solidFill>
                  <a:srgbClr val="EBEBEB"/>
                </a:solidFill>
              </a:rPr>
              <a:t>Implementation: Payments, Analytics &amp; Verification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EB3492-13C2-9C02-4658-4490A00A96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4321372"/>
              </p:ext>
            </p:extLst>
          </p:nvPr>
        </p:nvGraphicFramePr>
        <p:xfrm>
          <a:off x="1286934" y="2925232"/>
          <a:ext cx="9625383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8010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0C2B8F-6B1B-46D5-86E6-40F36C695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DB521824-592C-476A-AB0A-CA0C6D1F3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469835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2749EFA-8EE4-4EB8-9424-8E593B932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50898" y="638067"/>
            <a:ext cx="6053670" cy="5581866"/>
          </a:xfrm>
          <a:custGeom>
            <a:avLst/>
            <a:gdLst>
              <a:gd name="connsiteX0" fmla="*/ 6053670 w 6053670"/>
              <a:gd name="connsiteY0" fmla="*/ 1098 h 5581866"/>
              <a:gd name="connsiteX1" fmla="*/ 6053670 w 6053670"/>
              <a:gd name="connsiteY1" fmla="*/ 514028 h 5581866"/>
              <a:gd name="connsiteX2" fmla="*/ 6053670 w 6053670"/>
              <a:gd name="connsiteY2" fmla="*/ 1254558 h 5581866"/>
              <a:gd name="connsiteX3" fmla="*/ 6053670 w 6053670"/>
              <a:gd name="connsiteY3" fmla="*/ 5581866 h 5581866"/>
              <a:gd name="connsiteX4" fmla="*/ 0 w 6053670"/>
              <a:gd name="connsiteY4" fmla="*/ 5581866 h 5581866"/>
              <a:gd name="connsiteX5" fmla="*/ 0 w 6053670"/>
              <a:gd name="connsiteY5" fmla="*/ 1249853 h 5581866"/>
              <a:gd name="connsiteX6" fmla="*/ 0 w 6053670"/>
              <a:gd name="connsiteY6" fmla="*/ 514028 h 5581866"/>
              <a:gd name="connsiteX7" fmla="*/ 0 w 6053670"/>
              <a:gd name="connsiteY7" fmla="*/ 0 h 5581866"/>
              <a:gd name="connsiteX8" fmla="*/ 35717 w 6053670"/>
              <a:gd name="connsiteY8" fmla="*/ 5488 h 5581866"/>
              <a:gd name="connsiteX9" fmla="*/ 140445 w 6053670"/>
              <a:gd name="connsiteY9" fmla="*/ 21641 h 5581866"/>
              <a:gd name="connsiteX10" fmla="*/ 216722 w 6053670"/>
              <a:gd name="connsiteY10" fmla="*/ 32932 h 5581866"/>
              <a:gd name="connsiteX11" fmla="*/ 307527 w 6053670"/>
              <a:gd name="connsiteY11" fmla="*/ 44850 h 5581866"/>
              <a:gd name="connsiteX12" fmla="*/ 415282 w 6053670"/>
              <a:gd name="connsiteY12" fmla="*/ 59121 h 5581866"/>
              <a:gd name="connsiteX13" fmla="*/ 534539 w 6053670"/>
              <a:gd name="connsiteY13" fmla="*/ 74175 h 5581866"/>
              <a:gd name="connsiteX14" fmla="*/ 668931 w 6053670"/>
              <a:gd name="connsiteY14" fmla="*/ 90014 h 5581866"/>
              <a:gd name="connsiteX15" fmla="*/ 815430 w 6053670"/>
              <a:gd name="connsiteY15" fmla="*/ 106794 h 5581866"/>
              <a:gd name="connsiteX16" fmla="*/ 974641 w 6053670"/>
              <a:gd name="connsiteY16" fmla="*/ 123574 h 5581866"/>
              <a:gd name="connsiteX17" fmla="*/ 1144144 w 6053670"/>
              <a:gd name="connsiteY17" fmla="*/ 140667 h 5581866"/>
              <a:gd name="connsiteX18" fmla="*/ 1326965 w 6053670"/>
              <a:gd name="connsiteY18" fmla="*/ 156506 h 5581866"/>
              <a:gd name="connsiteX19" fmla="*/ 1518261 w 6053670"/>
              <a:gd name="connsiteY19" fmla="*/ 171717 h 5581866"/>
              <a:gd name="connsiteX20" fmla="*/ 1720453 w 6053670"/>
              <a:gd name="connsiteY20" fmla="*/ 185518 h 5581866"/>
              <a:gd name="connsiteX21" fmla="*/ 1931121 w 6053670"/>
              <a:gd name="connsiteY21" fmla="*/ 198690 h 5581866"/>
              <a:gd name="connsiteX22" fmla="*/ 2150869 w 6053670"/>
              <a:gd name="connsiteY22" fmla="*/ 211079 h 5581866"/>
              <a:gd name="connsiteX23" fmla="*/ 2263467 w 6053670"/>
              <a:gd name="connsiteY23" fmla="*/ 215470 h 5581866"/>
              <a:gd name="connsiteX24" fmla="*/ 2378487 w 6053670"/>
              <a:gd name="connsiteY24" fmla="*/ 220332 h 5581866"/>
              <a:gd name="connsiteX25" fmla="*/ 2495323 w 6053670"/>
              <a:gd name="connsiteY25" fmla="*/ 224879 h 5581866"/>
              <a:gd name="connsiteX26" fmla="*/ 2612764 w 6053670"/>
              <a:gd name="connsiteY26" fmla="*/ 227859 h 5581866"/>
              <a:gd name="connsiteX27" fmla="*/ 2732627 w 6053670"/>
              <a:gd name="connsiteY27" fmla="*/ 230525 h 5581866"/>
              <a:gd name="connsiteX28" fmla="*/ 2853700 w 6053670"/>
              <a:gd name="connsiteY28" fmla="*/ 233348 h 5581866"/>
              <a:gd name="connsiteX29" fmla="*/ 2977195 w 6053670"/>
              <a:gd name="connsiteY29" fmla="*/ 235229 h 5581866"/>
              <a:gd name="connsiteX30" fmla="*/ 3101900 w 6053670"/>
              <a:gd name="connsiteY30" fmla="*/ 235229 h 5581866"/>
              <a:gd name="connsiteX31" fmla="*/ 3227817 w 6053670"/>
              <a:gd name="connsiteY31" fmla="*/ 236170 h 5581866"/>
              <a:gd name="connsiteX32" fmla="*/ 3354944 w 6053670"/>
              <a:gd name="connsiteY32" fmla="*/ 235229 h 5581866"/>
              <a:gd name="connsiteX33" fmla="*/ 3483887 w 6053670"/>
              <a:gd name="connsiteY33" fmla="*/ 233348 h 5581866"/>
              <a:gd name="connsiteX34" fmla="*/ 3612830 w 6053670"/>
              <a:gd name="connsiteY34" fmla="*/ 231623 h 5581866"/>
              <a:gd name="connsiteX35" fmla="*/ 3743589 w 6053670"/>
              <a:gd name="connsiteY35" fmla="*/ 227859 h 5581866"/>
              <a:gd name="connsiteX36" fmla="*/ 3875559 w 6053670"/>
              <a:gd name="connsiteY36" fmla="*/ 223938 h 5581866"/>
              <a:gd name="connsiteX37" fmla="*/ 4007529 w 6053670"/>
              <a:gd name="connsiteY37" fmla="*/ 219391 h 5581866"/>
              <a:gd name="connsiteX38" fmla="*/ 4140710 w 6053670"/>
              <a:gd name="connsiteY38" fmla="*/ 212961 h 5581866"/>
              <a:gd name="connsiteX39" fmla="*/ 4275102 w 6053670"/>
              <a:gd name="connsiteY39" fmla="*/ 205277 h 5581866"/>
              <a:gd name="connsiteX40" fmla="*/ 4410098 w 6053670"/>
              <a:gd name="connsiteY40" fmla="*/ 197907 h 5581866"/>
              <a:gd name="connsiteX41" fmla="*/ 4545096 w 6053670"/>
              <a:gd name="connsiteY41" fmla="*/ 188498 h 5581866"/>
              <a:gd name="connsiteX42" fmla="*/ 4681909 w 6053670"/>
              <a:gd name="connsiteY42" fmla="*/ 177207 h 5581866"/>
              <a:gd name="connsiteX43" fmla="*/ 4816905 w 6053670"/>
              <a:gd name="connsiteY43" fmla="*/ 165916 h 5581866"/>
              <a:gd name="connsiteX44" fmla="*/ 4954323 w 6053670"/>
              <a:gd name="connsiteY44" fmla="*/ 152899 h 5581866"/>
              <a:gd name="connsiteX45" fmla="*/ 5092347 w 6053670"/>
              <a:gd name="connsiteY45" fmla="*/ 138629 h 5581866"/>
              <a:gd name="connsiteX46" fmla="*/ 5228555 w 6053670"/>
              <a:gd name="connsiteY46" fmla="*/ 123574 h 5581866"/>
              <a:gd name="connsiteX47" fmla="*/ 5366578 w 6053670"/>
              <a:gd name="connsiteY47" fmla="*/ 106010 h 5581866"/>
              <a:gd name="connsiteX48" fmla="*/ 5503997 w 6053670"/>
              <a:gd name="connsiteY48" fmla="*/ 87192 h 5581866"/>
              <a:gd name="connsiteX49" fmla="*/ 5642020 w 6053670"/>
              <a:gd name="connsiteY49" fmla="*/ 68530 h 5581866"/>
              <a:gd name="connsiteX50" fmla="*/ 5779438 w 6053670"/>
              <a:gd name="connsiteY50" fmla="*/ 46733 h 5581866"/>
              <a:gd name="connsiteX51" fmla="*/ 5916251 w 6053670"/>
              <a:gd name="connsiteY51" fmla="*/ 24464 h 558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5581866">
                <a:moveTo>
                  <a:pt x="6053670" y="1098"/>
                </a:moveTo>
                <a:lnTo>
                  <a:pt x="6053670" y="514028"/>
                </a:lnTo>
                <a:lnTo>
                  <a:pt x="6053670" y="1254558"/>
                </a:lnTo>
                <a:lnTo>
                  <a:pt x="6053670" y="5581866"/>
                </a:lnTo>
                <a:lnTo>
                  <a:pt x="0" y="5581866"/>
                </a:lnTo>
                <a:lnTo>
                  <a:pt x="0" y="1249853"/>
                </a:lnTo>
                <a:lnTo>
                  <a:pt x="0" y="514028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B5C860C9-D4F9-4350-80DA-0D1CD36C7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098" y="629265"/>
            <a:ext cx="5132438" cy="162232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Testing &amp; Validation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8A90C8-AE0E-4EBA-9AF8-EEDB20602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6" name="Rectangle 5"/>
          <p:cNvSpPr/>
          <p:nvPr/>
        </p:nvSpPr>
        <p:spPr>
          <a:xfrm>
            <a:off x="639098" y="2418735"/>
            <a:ext cx="5456902" cy="1378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lvl="0" indent="-342900" fontAlgn="base"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rgbClr val="FFFFFF"/>
                </a:solidFill>
              </a:rPr>
              <a:t>Search results returned under 1.5</a:t>
            </a:r>
          </a:p>
          <a:p>
            <a:pPr marL="342900" lvl="0" indent="-342900" fontAlgn="base"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rgbClr val="FFFFFF"/>
                </a:solidFill>
              </a:rPr>
              <a:t>seconds Payment completed in under 3 steps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8111263"/>
              </p:ext>
            </p:extLst>
          </p:nvPr>
        </p:nvGraphicFramePr>
        <p:xfrm>
          <a:off x="6714836" y="1268953"/>
          <a:ext cx="4828707" cy="4337677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095693">
                  <a:extLst>
                    <a:ext uri="{9D8B030D-6E8A-4147-A177-3AD203B41FA5}">
                      <a16:colId xmlns:a16="http://schemas.microsoft.com/office/drawing/2014/main" val="3010823695"/>
                    </a:ext>
                  </a:extLst>
                </a:gridCol>
                <a:gridCol w="2733014">
                  <a:extLst>
                    <a:ext uri="{9D8B030D-6E8A-4147-A177-3AD203B41FA5}">
                      <a16:colId xmlns:a16="http://schemas.microsoft.com/office/drawing/2014/main" val="339497041"/>
                    </a:ext>
                  </a:extLst>
                </a:gridCol>
              </a:tblGrid>
              <a:tr h="666386"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Test Type</a:t>
                      </a:r>
                    </a:p>
                  </a:txBody>
                  <a:tcPr marL="182554" marR="140425" marT="140425" marB="14042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Result</a:t>
                      </a:r>
                    </a:p>
                  </a:txBody>
                  <a:tcPr marL="182554" marR="140425" marT="140425" marB="1404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7464050"/>
                  </a:ext>
                </a:extLst>
              </a:tr>
              <a:tr h="666386"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Functional</a:t>
                      </a:r>
                    </a:p>
                  </a:txBody>
                  <a:tcPr marL="182554" marR="140425" marT="140425" marB="14042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All features pass</a:t>
                      </a:r>
                    </a:p>
                  </a:txBody>
                  <a:tcPr marL="182554" marR="140425" marT="140425" marB="1404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604954"/>
                  </a:ext>
                </a:extLst>
              </a:tr>
              <a:tr h="1001635"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Integration</a:t>
                      </a:r>
                    </a:p>
                  </a:txBody>
                  <a:tcPr marL="182554" marR="140425" marT="140425" marB="14042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API ↔ DB ↔ Frontend pass</a:t>
                      </a:r>
                    </a:p>
                  </a:txBody>
                  <a:tcPr marL="182554" marR="140425" marT="140425" marB="1404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8764004"/>
                  </a:ext>
                </a:extLst>
              </a:tr>
              <a:tr h="1001635"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Usability</a:t>
                      </a:r>
                    </a:p>
                  </a:txBody>
                  <a:tcPr marL="182554" marR="140425" marT="140425" marB="14042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87% task success rate</a:t>
                      </a:r>
                    </a:p>
                  </a:txBody>
                  <a:tcPr marL="182554" marR="140425" marT="140425" marB="1404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772519"/>
                  </a:ext>
                </a:extLst>
              </a:tr>
              <a:tr h="1001635"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Performance</a:t>
                      </a:r>
                    </a:p>
                  </a:txBody>
                  <a:tcPr marL="182554" marR="140425" marT="140425" marB="14042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Avg. response &lt; 400ms</a:t>
                      </a:r>
                    </a:p>
                  </a:txBody>
                  <a:tcPr marL="182554" marR="140425" marT="140425" marB="14042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58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24071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solidFill>
                  <a:srgbClr val="EBEBEB"/>
                </a:solidFill>
              </a:rPr>
              <a:t>Results</a:t>
            </a:r>
            <a:endParaRPr lang="en-US" b="1" dirty="0">
              <a:solidFill>
                <a:srgbClr val="EBEBEB"/>
              </a:solidFill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AD8AEAAB-2070-3979-736A-328EBE9CAD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2590978"/>
              </p:ext>
            </p:extLst>
          </p:nvPr>
        </p:nvGraphicFramePr>
        <p:xfrm>
          <a:off x="1286934" y="2925232"/>
          <a:ext cx="9625383" cy="33463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1299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Critical Appraisal</a:t>
            </a:r>
            <a:endParaRPr lang="en-US" b="1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652CE91-98F6-BFB7-5F02-5D3F3B033C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6386559"/>
              </p:ext>
            </p:extLst>
          </p:nvPr>
        </p:nvGraphicFramePr>
        <p:xfrm>
          <a:off x="1154954" y="2603500"/>
          <a:ext cx="9927176" cy="3976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2011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EBEBEB"/>
                </a:solidFill>
              </a:rPr>
              <a:t>Conclusions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4315" y="2593560"/>
            <a:ext cx="8410294" cy="3678030"/>
          </a:xfrm>
        </p:spPr>
        <p:txBody>
          <a:bodyPr anchor="ctr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b="1" dirty="0"/>
              <a:t>Conclusions: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DirectLet proves a full direct-letting platform is feasible without agents</a:t>
            </a:r>
          </a:p>
          <a:p>
            <a:pPr>
              <a:lnSpc>
                <a:spcPct val="90000"/>
              </a:lnSpc>
            </a:pPr>
            <a:r>
              <a:rPr lang="en-US" dirty="0"/>
              <a:t>DSR methodology well-suited to software artefact research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b="1" dirty="0"/>
              <a:t>Future Work: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Mobile app (iOS / Android)</a:t>
            </a:r>
          </a:p>
          <a:p>
            <a:pPr>
              <a:lnSpc>
                <a:spcPct val="90000"/>
              </a:lnSpc>
            </a:pPr>
            <a:r>
              <a:rPr lang="en-US" dirty="0"/>
              <a:t>Live user trial with real landlords and tenants</a:t>
            </a:r>
          </a:p>
          <a:p>
            <a:pPr>
              <a:lnSpc>
                <a:spcPct val="90000"/>
              </a:lnSpc>
            </a:pPr>
            <a:r>
              <a:rPr lang="en-US" dirty="0"/>
              <a:t>Blockchain identity verification layer</a:t>
            </a:r>
          </a:p>
          <a:p>
            <a:pPr>
              <a:lnSpc>
                <a:spcPct val="90000"/>
              </a:lnSpc>
            </a:pPr>
            <a:r>
              <a:rPr lang="en-US" dirty="0"/>
              <a:t>AI rent pricing recommendations</a:t>
            </a:r>
          </a:p>
          <a:p>
            <a:pPr>
              <a:lnSpc>
                <a:spcPct val="90000"/>
              </a:lnSpc>
            </a:pPr>
            <a:r>
              <a:rPr lang="en-US" dirty="0"/>
              <a:t>Open Banking affordability checks</a:t>
            </a:r>
          </a:p>
        </p:txBody>
      </p:sp>
      <p:pic>
        <p:nvPicPr>
          <p:cNvPr id="20" name="Graphic 19" descr="Venn Diagram">
            <a:extLst>
              <a:ext uri="{FF2B5EF4-FFF2-40B4-BE49-F238E27FC236}">
                <a16:creationId xmlns:a16="http://schemas.microsoft.com/office/drawing/2014/main" id="{FB7FE0A1-A6A2-A0B8-D1EB-3F74AF79C2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86191" y="2775951"/>
            <a:ext cx="2882348" cy="255142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6134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EBEBEB"/>
                </a:solidFill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63689" cy="3416300"/>
          </a:xfrm>
        </p:spPr>
        <p:txBody>
          <a:bodyPr anchor="ctr">
            <a:normAutofit/>
          </a:bodyPr>
          <a:lstStyle/>
          <a:p>
            <a:r>
              <a:rPr lang="en-US" sz="1700" dirty="0"/>
              <a:t>[1] Wainwright, </a:t>
            </a:r>
            <a:r>
              <a:rPr lang="en-US" sz="1700" i="1" dirty="0"/>
              <a:t>Environment and Planning A</a:t>
            </a:r>
            <a:r>
              <a:rPr lang="en-US" sz="1700" dirty="0"/>
              <a:t>, 2023</a:t>
            </a:r>
          </a:p>
          <a:p>
            <a:r>
              <a:rPr lang="en-US" sz="1700" dirty="0"/>
              <a:t>[2] Al-</a:t>
            </a:r>
            <a:r>
              <a:rPr lang="en-US" sz="1700" dirty="0" err="1"/>
              <a:t>haimi</a:t>
            </a:r>
            <a:r>
              <a:rPr lang="en-US" sz="1700" dirty="0"/>
              <a:t> et al., </a:t>
            </a:r>
            <a:r>
              <a:rPr lang="en-US" sz="1700" i="1" dirty="0"/>
              <a:t>Int. J. Information Management</a:t>
            </a:r>
            <a:r>
              <a:rPr lang="en-US" sz="1700" dirty="0"/>
              <a:t>, 2025</a:t>
            </a:r>
          </a:p>
          <a:p>
            <a:r>
              <a:rPr lang="en-US" sz="1700" dirty="0"/>
              <a:t>[3] Wirtz et al., </a:t>
            </a:r>
            <a:r>
              <a:rPr lang="en-US" sz="1700" i="1" dirty="0"/>
              <a:t>Journal of Service Management</a:t>
            </a:r>
            <a:r>
              <a:rPr lang="en-US" sz="1700" dirty="0"/>
              <a:t>, 2019</a:t>
            </a:r>
          </a:p>
          <a:p>
            <a:r>
              <a:rPr lang="en-US" sz="1700" dirty="0"/>
              <a:t>[4] Wallace et al., </a:t>
            </a:r>
            <a:r>
              <a:rPr lang="en-US" sz="1700" i="1" dirty="0"/>
              <a:t>Housing Studies</a:t>
            </a:r>
            <a:r>
              <a:rPr lang="en-US" sz="1700" dirty="0"/>
              <a:t>, 2025</a:t>
            </a:r>
          </a:p>
          <a:p>
            <a:r>
              <a:rPr lang="en-US" sz="1700" dirty="0"/>
              <a:t>[5] </a:t>
            </a:r>
            <a:r>
              <a:rPr lang="en-US" sz="1700" dirty="0" err="1"/>
              <a:t>Ciocănel</a:t>
            </a:r>
            <a:r>
              <a:rPr lang="en-US" sz="1700" dirty="0"/>
              <a:t> et al., </a:t>
            </a:r>
            <a:r>
              <a:rPr lang="en-US" sz="1700" i="1" dirty="0"/>
              <a:t>Information, Communication &amp; Society</a:t>
            </a:r>
            <a:r>
              <a:rPr lang="en-US" sz="1700" dirty="0"/>
              <a:t>, 2024</a:t>
            </a:r>
          </a:p>
          <a:p>
            <a:r>
              <a:rPr lang="en-US" sz="1700" dirty="0"/>
              <a:t>[6] Tseng et al., </a:t>
            </a:r>
            <a:r>
              <a:rPr lang="en-US" sz="1700" i="1" dirty="0"/>
              <a:t>Electronics</a:t>
            </a:r>
            <a:r>
              <a:rPr lang="en-US" sz="1700" dirty="0"/>
              <a:t>, 2025</a:t>
            </a:r>
          </a:p>
          <a:p>
            <a:r>
              <a:rPr lang="en-US" sz="1700" dirty="0"/>
              <a:t>[7] </a:t>
            </a:r>
            <a:r>
              <a:rPr lang="en-US" sz="1700" dirty="0" err="1"/>
              <a:t>Jaodun</a:t>
            </a:r>
            <a:r>
              <a:rPr lang="en-US" sz="1700" dirty="0"/>
              <a:t> &amp; Bouafia, </a:t>
            </a:r>
            <a:r>
              <a:rPr lang="en-US" sz="1700" i="1" dirty="0"/>
              <a:t>Blockchains</a:t>
            </a:r>
            <a:r>
              <a:rPr lang="en-US" sz="1700" dirty="0"/>
              <a:t>, 2025</a:t>
            </a:r>
          </a:p>
          <a:p>
            <a:r>
              <a:rPr lang="en-US" sz="1700" dirty="0"/>
              <a:t>[8] Hevner et al., </a:t>
            </a:r>
            <a:r>
              <a:rPr lang="en-US" sz="1700" i="1" dirty="0"/>
              <a:t>MIS Quarterly</a:t>
            </a:r>
            <a:r>
              <a:rPr lang="en-US" sz="1700" dirty="0"/>
              <a:t>, 2004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333084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5">
            <a:extLst>
              <a:ext uri="{FF2B5EF4-FFF2-40B4-BE49-F238E27FC236}">
                <a16:creationId xmlns:a16="http://schemas.microsoft.com/office/drawing/2014/main" id="{D22D1B95-2B54-43E9-85D9-B489F6C5D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21010068">
            <a:off x="8490951" y="4185117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7D0F3F6D-A49D-4406-8D61-1C4F8D792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55612" y="4241801"/>
            <a:ext cx="11277600" cy="2337161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D953A318-DA8D-4405-9536-D889E45C5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E382A3D-2F90-475C-8DF2-F666FEA34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3171" y="1143000"/>
            <a:ext cx="8825658" cy="3389217"/>
          </a:xfrm>
        </p:spPr>
        <p:txBody>
          <a:bodyPr anchor="ctr">
            <a:normAutofit/>
          </a:bodyPr>
          <a:lstStyle/>
          <a:p>
            <a:pPr algn="ctr"/>
            <a:r>
              <a:rPr lang="en-US" sz="660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3171" y="5240851"/>
            <a:ext cx="8825658" cy="828932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2200" b="1" dirty="0">
                <a:solidFill>
                  <a:schemeClr val="tx2"/>
                </a:solidFill>
              </a:rPr>
              <a:t>DirectLet - A Property Portal for Direct Landlord Listing</a:t>
            </a:r>
            <a:endParaRPr lang="en-US" sz="2200" dirty="0">
              <a:solidFill>
                <a:schemeClr val="tx2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sz="2200" i="1" dirty="0">
                <a:solidFill>
                  <a:schemeClr val="tx2"/>
                </a:solidFill>
              </a:rPr>
              <a:t>I welcome your questions</a:t>
            </a:r>
            <a:endParaRPr lang="en-US" sz="2200" dirty="0">
              <a:solidFill>
                <a:schemeClr val="tx2"/>
              </a:solidFill>
            </a:endParaRPr>
          </a:p>
          <a:p>
            <a:pPr algn="ctr">
              <a:lnSpc>
                <a:spcPct val="90000"/>
              </a:lnSpc>
            </a:pPr>
            <a:endParaRPr lang="en-US" sz="2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40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437</TotalTime>
  <Words>900</Words>
  <Application>Microsoft Office PowerPoint</Application>
  <PresentationFormat>Widescreen</PresentationFormat>
  <Paragraphs>200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Century Gothic</vt:lpstr>
      <vt:lpstr>Wingdings</vt:lpstr>
      <vt:lpstr>Wingdings 3</vt:lpstr>
      <vt:lpstr>Ion Boardroom</vt:lpstr>
      <vt:lpstr>DirectLet:  A Property Portal for Direct Landlord Listing</vt:lpstr>
      <vt:lpstr>Agenda</vt:lpstr>
      <vt:lpstr>The Problem </vt:lpstr>
      <vt:lpstr>Why This Matters</vt:lpstr>
      <vt:lpstr>What Existing Research Says</vt:lpstr>
      <vt:lpstr>The Gap &amp; Research Contribution</vt:lpstr>
      <vt:lpstr>DirectLet vs Existing Platforms</vt:lpstr>
      <vt:lpstr>Research Aim &amp; Objectives</vt:lpstr>
      <vt:lpstr>Methodology</vt:lpstr>
      <vt:lpstr>System Architecture</vt:lpstr>
      <vt:lpstr>Implementation: Listings &amp; Search</vt:lpstr>
      <vt:lpstr>Implementation: Messaging &amp; Scheduling</vt:lpstr>
      <vt:lpstr>Implementation: Payments, Analytics &amp; Verification</vt:lpstr>
      <vt:lpstr>Testing &amp; Validation</vt:lpstr>
      <vt:lpstr>Results</vt:lpstr>
      <vt:lpstr>Critical Appraisal</vt:lpstr>
      <vt:lpstr>Conclusions &amp; Future Work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Property Portal for Direct Landlord Listing DirectLet: Eliminating the Intermediary in UK Residential Rentals</dc:title>
  <dc:creator>WAQAR AHMAD</dc:creator>
  <cp:lastModifiedBy>WAQAR AHMAD</cp:lastModifiedBy>
  <cp:revision>76</cp:revision>
  <dcterms:created xsi:type="dcterms:W3CDTF">2026-07-31T07:59:06Z</dcterms:created>
  <dcterms:modified xsi:type="dcterms:W3CDTF">2026-08-01T18:02:38Z</dcterms:modified>
</cp:coreProperties>
</file>